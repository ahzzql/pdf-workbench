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9e9465a9864be1" /><Relationship Type="http://schemas.openxmlformats.org/officeDocument/2006/relationships/extended-properties" Target="/docProps/app.xml" Id="R853c32ccbb034b36" /><Relationship Type="http://schemas.openxmlformats.org/officeDocument/2006/relationships/officeDocument" Target="/ppt/presentation.xml" Id="R3a583b06745444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04acb65c414761"/>
  </p:sldMasterIdLst>
  <p:notesMasterIdLst>
    <p:notesMasterId xmlns:r="http://schemas.openxmlformats.org/officeDocument/2006/relationships" r:id="R9247de8cc5b149c9"/>
  </p:notesMasterIdLst>
  <p:sldIdLst>
    <p:sldId xmlns:r="http://schemas.openxmlformats.org/officeDocument/2006/relationships" id="256" r:id="R449193f5fe16488c"/>
    <p:sldId xmlns:r="http://schemas.openxmlformats.org/officeDocument/2006/relationships" id="257" r:id="R505b3c7a5d824a2c"/>
    <p:sldId xmlns:r="http://schemas.openxmlformats.org/officeDocument/2006/relationships" id="258" r:id="R12e9695dae4b4116"/>
    <p:sldId xmlns:r="http://schemas.openxmlformats.org/officeDocument/2006/relationships" id="259" r:id="R897a6a56325c4cda"/>
    <p:sldId xmlns:r="http://schemas.openxmlformats.org/officeDocument/2006/relationships" id="260" r:id="R6f69f534c43f4bd2"/>
    <p:sldId xmlns:r="http://schemas.openxmlformats.org/officeDocument/2006/relationships" id="261" r:id="R3c77fbae162e4d85"/>
    <p:sldId xmlns:r="http://schemas.openxmlformats.org/officeDocument/2006/relationships" id="262" r:id="Rb13fe8b1efb14bc3"/>
    <p:sldId xmlns:r="http://schemas.openxmlformats.org/officeDocument/2006/relationships" id="263" r:id="R906d3df30a1040a9"/>
    <p:sldId xmlns:r="http://schemas.openxmlformats.org/officeDocument/2006/relationships" id="264" r:id="R480ed8001fd747c2"/>
    <p:sldId xmlns:r="http://schemas.openxmlformats.org/officeDocument/2006/relationships" id="265" r:id="R8afac8402192442a"/>
    <p:sldId xmlns:r="http://schemas.openxmlformats.org/officeDocument/2006/relationships" id="266" r:id="R104430e86e264faa"/>
    <p:sldId xmlns:r="http://schemas.openxmlformats.org/officeDocument/2006/relationships" id="267" r:id="R8fa9e3d2e11244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a3004dc8c14cf6" /><Relationship Type="http://schemas.openxmlformats.org/officeDocument/2006/relationships/slideMaster" Target="/ppt/slideMasters/slideMaster1.xml" Id="Raa04acb65c414761" /><Relationship Type="http://schemas.openxmlformats.org/officeDocument/2006/relationships/notesMaster" Target="/ppt/notesMasters/notesMaster1.xml" Id="R9247de8cc5b149c9" /><Relationship Type="http://schemas.openxmlformats.org/officeDocument/2006/relationships/presProps" Target="/ppt/presProps.xml" Id="Rfb3e06d7b6b24ffa" /><Relationship Type="http://schemas.openxmlformats.org/officeDocument/2006/relationships/tableStyles" Target="/ppt/tableStyles.xml" Id="R16baa25fa1ea47fb" /><Relationship Type="http://schemas.openxmlformats.org/officeDocument/2006/relationships/slide" Target="/ppt/slides/slide1.xml" Id="R449193f5fe16488c" /><Relationship Type="http://schemas.openxmlformats.org/officeDocument/2006/relationships/slide" Target="/ppt/slides/slide2.xml" Id="R505b3c7a5d824a2c" /><Relationship Type="http://schemas.openxmlformats.org/officeDocument/2006/relationships/slide" Target="/ppt/slides/slide3.xml" Id="R12e9695dae4b4116" /><Relationship Type="http://schemas.openxmlformats.org/officeDocument/2006/relationships/slide" Target="/ppt/slides/slide4.xml" Id="R897a6a56325c4cda" /><Relationship Type="http://schemas.openxmlformats.org/officeDocument/2006/relationships/slide" Target="/ppt/slides/slide5.xml" Id="R6f69f534c43f4bd2" /><Relationship Type="http://schemas.openxmlformats.org/officeDocument/2006/relationships/slide" Target="/ppt/slides/slide6.xml" Id="R3c77fbae162e4d85" /><Relationship Type="http://schemas.openxmlformats.org/officeDocument/2006/relationships/slide" Target="/ppt/slides/slide7.xml" Id="Rb13fe8b1efb14bc3" /><Relationship Type="http://schemas.openxmlformats.org/officeDocument/2006/relationships/slide" Target="/ppt/slides/slide8.xml" Id="R906d3df30a1040a9" /><Relationship Type="http://schemas.openxmlformats.org/officeDocument/2006/relationships/slide" Target="/ppt/slides/slide9.xml" Id="R480ed8001fd747c2" /><Relationship Type="http://schemas.openxmlformats.org/officeDocument/2006/relationships/slide" Target="/ppt/slides/slide10.xml" Id="R8afac8402192442a" /><Relationship Type="http://schemas.openxmlformats.org/officeDocument/2006/relationships/slide" Target="/ppt/slides/slide11.xml" Id="R104430e86e264faa" /><Relationship Type="http://schemas.openxmlformats.org/officeDocument/2006/relationships/slide" Target="/ppt/slides/slide12.xml" Id="R8fa9e3d2e11244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e41284d9b24d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17a81070e14c23" /><Relationship Type="http://schemas.openxmlformats.org/officeDocument/2006/relationships/notesMaster" Target="/ppt/notesMasters/notesMaster1.xml" Id="R0a5a679e1a9941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25b2bb50954f29" /><Relationship Type="http://schemas.openxmlformats.org/officeDocument/2006/relationships/notesMaster" Target="/ppt/notesMasters/notesMaster1.xml" Id="Rfdaaad8484634e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1451672c0a4bf2" /><Relationship Type="http://schemas.openxmlformats.org/officeDocument/2006/relationships/notesMaster" Target="/ppt/notesMasters/notesMaster1.xml" Id="R25d8552a64ce4d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31d150adc7413f" /><Relationship Type="http://schemas.openxmlformats.org/officeDocument/2006/relationships/notesMaster" Target="/ppt/notesMasters/notesMaster1.xml" Id="Rc311b818236047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a94883816d40c5" /><Relationship Type="http://schemas.openxmlformats.org/officeDocument/2006/relationships/notesMaster" Target="/ppt/notesMasters/notesMaster1.xml" Id="R2ae1c3e3899547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6694d2b9144340" /><Relationship Type="http://schemas.openxmlformats.org/officeDocument/2006/relationships/notesMaster" Target="/ppt/notesMasters/notesMaster1.xml" Id="Rf36823c0821b4a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3f391206694a6d" /><Relationship Type="http://schemas.openxmlformats.org/officeDocument/2006/relationships/notesMaster" Target="/ppt/notesMasters/notesMaster1.xml" Id="R7e4aecf4c99840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81bac9f0f8484e" /><Relationship Type="http://schemas.openxmlformats.org/officeDocument/2006/relationships/notesMaster" Target="/ppt/notesMasters/notesMaster1.xml" Id="R0a18f67aee9c42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8744fa4ab4385" /><Relationship Type="http://schemas.openxmlformats.org/officeDocument/2006/relationships/notesMaster" Target="/ppt/notesMasters/notesMaster1.xml" Id="R1811250dac964e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b76f74c66a4569" /><Relationship Type="http://schemas.openxmlformats.org/officeDocument/2006/relationships/notesMaster" Target="/ppt/notesMasters/notesMaster1.xml" Id="Ref3f200c0b2e4e8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c5956cdcff4fb0" /><Relationship Type="http://schemas.openxmlformats.org/officeDocument/2006/relationships/notesMaster" Target="/ppt/notesMasters/notesMaster1.xml" Id="Rd2e2c5cd29eb43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a93f20ce1146b9" /><Relationship Type="http://schemas.openxmlformats.org/officeDocument/2006/relationships/notesMaster" Target="/ppt/notesMasters/notesMaster1.xml" Id="R9503dca8ada74d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说明演示范围：文本、表格、图片、加密、签名和水印。</a:t>
            </a:r>
          </a:p>
          <a:p xmlns:a="http://schemas.openxmlformats.org/drawingml/2006/main">
            <a:r>
              <a:t>依据：docs/part-b/PartB_Submission.docx §1.1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选择 api-sample.pdf，切换文本、表格、图片，确认原文件无需重复上传。</a:t>
            </a:r>
          </a:p>
          <a:p xmlns:a="http://schemas.openxmlformats.org/drawingml/2006/main">
            <a:r>
              <a:t>依据：docs/part-b/diagrams/wnd.json；frontend/src/router/index.ts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区分基础同步 PDF 工具与独立 Worker。PostgreSQL、Redis、RabbitMQ、Elasticsearch 为共享支撑组件，不称核心正则检索依赖 Elasticsearch。</a:t>
            </a:r>
          </a:p>
          <a:p xmlns:a="http://schemas.openxmlformats.org/drawingml/2006/main">
            <a:r>
              <a:t>依据：docs/part-b/PartB_Submission.docx §1.2.1；service/PdfService.java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在文本面板运行提取并展示 Alpha/42，再按 report 检索。</a:t>
            </a:r>
          </a:p>
          <a:p xmlns:a="http://schemas.openxmlformats.org/drawingml/2006/main">
            <a:r>
              <a:t>依据：docs/part-b/evidence/core-junit.xml；docs/part-b/evidence/02-text.png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 api-sample.pdf 在表格面板核对行列，点击导出 CSV。</a:t>
            </a:r>
          </a:p>
          <a:p xmlns:a="http://schemas.openxmlformats.org/drawingml/2006/main">
            <a:r>
              <a:t>依据：PdfTableUtilsTest；docs/part-b/evidence/03-table.png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演示部分图片不可转换时的反馈，再查看 ZIP 的清单和可解码图片。</a:t>
            </a:r>
          </a:p>
          <a:p xmlns:a="http://schemas.openxmlformats.org/drawingml/2006/main">
            <a:r>
              <a:t>依据：PdfImageUtilsTest；PdfApiTest.reportsPartialImageExportsWithRawFilesAndDiagnostics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展示用户口令、所有者口令及三个权限开关；打开输出副本核对权限。</a:t>
            </a:r>
          </a:p>
          <a:p xmlns:a="http://schemas.openxmlformats.org/drawingml/2006/main">
            <a:r>
              <a:t>依据：PdfEncryptionUtilsTest.encryptsWithIndependentPermissions；Part B TC05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 signed.pdf 验签，说明 VALID 与 TRUSTED 含义不同，再确认移除并查看 removed.pdf。</a:t>
            </a:r>
          </a:p>
          <a:p xmlns:a="http://schemas.openxmlformats.org/drawingml/2006/main">
            <a:r>
              <a:t>依据：PdfSignatureUtilsTest；docs/part-b/evidence/signed.pdf；removed.pdf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演示中文文字水印，比较输入与输出；说明另一页未新增水印。</a:t>
            </a:r>
          </a:p>
          <a:p xmlns:a="http://schemas.openxmlformats.org/drawingml/2006/main">
            <a:r>
              <a:t>依据：PdfWatermarkUtilsTest.writesChineseOnSelectedPageAndPreservesOtherPage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分别展示非法页码、缺少密码、无图片结果和未知签名类型。</a:t>
            </a:r>
          </a:p>
          <a:p xmlns:a="http://schemas.openxmlformats.org/drawingml/2006/main">
            <a:r>
              <a:t>依据：PdfApiTest.distinguishesBusinessErrorsAndReturnsCoreProperties；docs/part-b/evidence/core-unknown-revision.png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 core-junit.xml 中对应方法、15 条记录、实际截图与证据 SHA-256。</a:t>
            </a:r>
          </a:p>
          <a:p xmlns:a="http://schemas.openxmlformats.org/drawingml/2006/main">
            <a:r>
              <a:t>依据：docs/part-b/evidence/junit-summary.txt；browser-summary.txt；manifest.json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说明workbench.cmd start 统一启动入口与对公网部署的独立配置要求；现场仅使用本机服务。</a:t>
            </a:r>
          </a:p>
          <a:p xmlns:a="http://schemas.openxmlformats.org/drawingml/2006/main">
            <a:r>
              <a:t>依据：deploy/README.md；backend/src/main/resources/application.yml；docs/part-b/PartB_Submission.docx §1.6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68b0affd7946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890664a0e74c7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eb0acae7ee4d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5b7eb6a8f349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981d27b25e4fe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022e0ac80046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07982D-1F06-4F5F-BB29-80162ADD4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B54661C-CA36-4D9F-A579-E309530B5E6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1F35D29-C0A6-45BD-A8FE-7AD58491CB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F7DF0E-C1FC-4745-AC8B-6A15F9890E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01225E2-D983-4D6C-8236-4A7D6A670B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0C9D381-7CAB-45E3-99DF-4E7A657628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0A54BE-739E-4683-B5D8-C45BAC0203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9C7C1A1-41A1-43E6-9046-246C9FCD1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1002DB-4C32-4503-8313-12A98213C4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DB24540-DCB0-4669-BFE2-FCC825994B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88715c506f4620" /><Relationship Type="http://schemas.openxmlformats.org/officeDocument/2006/relationships/slideLayout" Target="/ppt/slideLayouts/slideLayout1.xml" Id="Rd713efd8eeae4692" /><Relationship Type="http://schemas.openxmlformats.org/officeDocument/2006/relationships/slideLayout" Target="/ppt/slideLayouts/slideLayout2.xml" Id="Reeb96ff23a474e76" /><Relationship Type="http://schemas.openxmlformats.org/officeDocument/2006/relationships/slideLayout" Target="/ppt/slideLayouts/slideLayout3.xml" Id="R1462cdff525e4d94" /><Relationship Type="http://schemas.openxmlformats.org/officeDocument/2006/relationships/slideLayout" Target="/ppt/slideLayouts/slideLayout4.xml" Id="R99b856f83b274c21" /><Relationship Type="http://schemas.openxmlformats.org/officeDocument/2006/relationships/slideLayout" Target="/ppt/slideLayouts/slideLayout5.xml" Id="R7feb0710845c4440" /><Relationship Type="http://schemas.openxmlformats.org/officeDocument/2006/relationships/slideLayout" Target="/ppt/slideLayouts/slideLayout6.xml" Id="R696ec30733324d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13efd8eeae4692"/>
    <p:sldLayoutId xmlns:r="http://schemas.openxmlformats.org/officeDocument/2006/relationships" id="2147483650" r:id="Reeb96ff23a474e76"/>
    <p:sldLayoutId xmlns:r="http://schemas.openxmlformats.org/officeDocument/2006/relationships" id="2147483651" r:id="R1462cdff525e4d94"/>
    <p:sldLayoutId xmlns:r="http://schemas.openxmlformats.org/officeDocument/2006/relationships" id="2147483652" r:id="R99b856f83b274c21"/>
    <p:sldLayoutId xmlns:r="http://schemas.openxmlformats.org/officeDocument/2006/relationships" id="2147483653" r:id="R7feb0710845c4440"/>
    <p:sldLayoutId xmlns:r="http://schemas.openxmlformats.org/officeDocument/2006/relationships" id="2147483654" r:id="R696ec30733324d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7eefbba05b4f8b" /><Relationship Type="http://schemas.openxmlformats.org/officeDocument/2006/relationships/notesSlide" Target="/ppt/notesSlides/notesSlide1.xml" Id="Rfdc99841bc664b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a2a534bb95467a" /><Relationship Type="http://schemas.openxmlformats.org/officeDocument/2006/relationships/image" Target="/ppt/media/image.png" Id="R58be150c173344df" /><Relationship Type="http://schemas.openxmlformats.org/officeDocument/2006/relationships/notesSlide" Target="/ppt/notesSlides/notesSlide2.xml" Id="R915d36bbb5a04a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cf37790eb041e5" /><Relationship Type="http://schemas.openxmlformats.org/officeDocument/2006/relationships/image" Target="/ppt/media/image2.png" Id="R69ef8cee4185469c" /><Relationship Type="http://schemas.openxmlformats.org/officeDocument/2006/relationships/notesSlide" Target="/ppt/notesSlides/notesSlide3.xml" Id="R833f052b8bc844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ff14b6f8a64c42" /><Relationship Type="http://schemas.openxmlformats.org/officeDocument/2006/relationships/image" Target="/ppt/media/image3.png" Id="R4f49a93f31fa464d" /><Relationship Type="http://schemas.openxmlformats.org/officeDocument/2006/relationships/notesSlide" Target="/ppt/notesSlides/notesSlide4.xml" Id="R9b11e2d312d745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347dcdf33a40eb" /><Relationship Type="http://schemas.openxmlformats.org/officeDocument/2006/relationships/image" Target="/ppt/media/image4.png" Id="Rc129f5afc2f045c8" /><Relationship Type="http://schemas.openxmlformats.org/officeDocument/2006/relationships/notesSlide" Target="/ppt/notesSlides/notesSlide5.xml" Id="R7afcfbc08bd146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31e189c4264d0b" /><Relationship Type="http://schemas.openxmlformats.org/officeDocument/2006/relationships/image" Target="/ppt/media/image5.png" Id="Re92ce7cc047440c2" /><Relationship Type="http://schemas.openxmlformats.org/officeDocument/2006/relationships/notesSlide" Target="/ppt/notesSlides/notesSlide6.xml" Id="R4c8eea68c9d64d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c18f889750476b" /><Relationship Type="http://schemas.openxmlformats.org/officeDocument/2006/relationships/notesSlide" Target="/ppt/notesSlides/notesSlide7.xml" Id="Rb96b2c56f1074b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dc7b4607984d74" /><Relationship Type="http://schemas.openxmlformats.org/officeDocument/2006/relationships/image" Target="/ppt/media/image6.png" Id="R27d17b6d03074ae3" /><Relationship Type="http://schemas.openxmlformats.org/officeDocument/2006/relationships/notesSlide" Target="/ppt/notesSlides/notesSlide8.xml" Id="R9f6febed811e4b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6b5f57becd45dd" /><Relationship Type="http://schemas.openxmlformats.org/officeDocument/2006/relationships/image" Target="/ppt/media/image7.png" Id="Rfea4221d12cc47cc" /><Relationship Type="http://schemas.openxmlformats.org/officeDocument/2006/relationships/notesSlide" Target="/ppt/notesSlides/notesSlide9.xml" Id="R6ab0b3c3a21244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31a2b6b1c04c92" /><Relationship Type="http://schemas.openxmlformats.org/officeDocument/2006/relationships/image" Target="/ppt/media/image8.png" Id="R2e98ddccec3249c4" /><Relationship Type="http://schemas.openxmlformats.org/officeDocument/2006/relationships/notesSlide" Target="/ppt/notesSlides/notesSlide10.xml" Id="Rccd4acf690644f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9829fd5fc24590" /><Relationship Type="http://schemas.openxmlformats.org/officeDocument/2006/relationships/notesSlide" Target="/ppt/notesSlides/notesSlide11.xml" Id="Rf5b56e851f7e4d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e37608b494468c" /><Relationship Type="http://schemas.openxmlformats.org/officeDocument/2006/relationships/notesSlide" Target="/ppt/notesSlides/notesSlide12.xml" Id="R200b33aa591d4a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A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2EFE7-0BE2-4CC0-9434-3E355A69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0BE57-DCB4-4052-8081-F7AC20A9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85825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A6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7313B-10FE-4EB8-84DA-1932C82E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025" b="1">
                <a:solidFill>
                  <a:srgbClr val="FFFFFF"/>
                </a:solidFill>
              </a:defRPr>
            </a:defPPr>
            <a:lvl1pPr>
              <a:defRPr sz="5025" b="1">
                <a:solidFill>
                  <a:srgbClr val="FFFFFF"/>
                </a:solidFill>
              </a:defRPr>
            </a:lvl1pPr>
            <a:lvl2pPr>
              <a:defRPr sz="5025" b="1">
                <a:solidFill>
                  <a:srgbClr val="FFFFFF"/>
                </a:solidFill>
              </a:defRPr>
            </a:lvl2pPr>
            <a:lvl3pPr>
              <a:defRPr sz="5025" b="1">
                <a:solidFill>
                  <a:srgbClr val="FFFFFF"/>
                </a:solidFill>
              </a:defRPr>
            </a:lvl3pPr>
            <a:lvl4pPr>
              <a:defRPr sz="5025" b="1">
                <a:solidFill>
                  <a:srgbClr val="FFFFFF"/>
                </a:solidFill>
              </a:defRPr>
            </a:lvl4pPr>
            <a:lvl5pPr>
              <a:defRPr sz="5025" b="1">
                <a:solidFill>
                  <a:srgbClr val="FFFFFF"/>
                </a:solidFill>
              </a:defRPr>
            </a:lvl5pPr>
            <a:lvl6pPr>
              <a:defRPr sz="5025" b="1">
                <a:solidFill>
                  <a:srgbClr val="FFFFFF"/>
                </a:solidFill>
              </a:defRPr>
            </a:lvl6pPr>
            <a:lvl7pPr>
              <a:defRPr sz="5025" b="1">
                <a:solidFill>
                  <a:srgbClr val="FFFFFF"/>
                </a:solidFill>
              </a:defRPr>
            </a:lvl7pPr>
            <a:lvl8pPr>
              <a:defRPr sz="5025" b="1">
                <a:solidFill>
                  <a:srgbClr val="FFFFFF"/>
                </a:solidFill>
              </a:defRPr>
            </a:lvl8pPr>
            <a:lvl9pPr>
              <a:defRPr sz="50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5025" b="1">
                <a:solidFill>
                  <a:srgbClr val="FFFFFF"/>
                </a:solidFill>
              </a:defRPr>
            </a:pPr>
            <a:r>
              <a:rPr sz="5025" b="1">
                <a:solidFill>
                  <a:srgbClr val="FFFFFF"/>
                </a:solidFill>
              </a:rPr>
              <a:t>PDF Extractor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62F2B-BF1B-4283-BA74-858A99F4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981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75" b="0">
                <a:solidFill>
                  <a:srgbClr val="EAF2F0"/>
                </a:solidFill>
              </a:defRPr>
            </a:defPPr>
            <a:lvl1pPr>
              <a:defRPr sz="2775" b="0">
                <a:solidFill>
                  <a:srgbClr val="EAF2F0"/>
                </a:solidFill>
              </a:defRPr>
            </a:lvl1pPr>
            <a:lvl2pPr>
              <a:defRPr sz="2775" b="0">
                <a:solidFill>
                  <a:srgbClr val="EAF2F0"/>
                </a:solidFill>
              </a:defRPr>
            </a:lvl2pPr>
            <a:lvl3pPr>
              <a:defRPr sz="2775" b="0">
                <a:solidFill>
                  <a:srgbClr val="EAF2F0"/>
                </a:solidFill>
              </a:defRPr>
            </a:lvl3pPr>
            <a:lvl4pPr>
              <a:defRPr sz="2775" b="0">
                <a:solidFill>
                  <a:srgbClr val="EAF2F0"/>
                </a:solidFill>
              </a:defRPr>
            </a:lvl4pPr>
            <a:lvl5pPr>
              <a:defRPr sz="2775" b="0">
                <a:solidFill>
                  <a:srgbClr val="EAF2F0"/>
                </a:solidFill>
              </a:defRPr>
            </a:lvl5pPr>
            <a:lvl6pPr>
              <a:defRPr sz="2775" b="0">
                <a:solidFill>
                  <a:srgbClr val="EAF2F0"/>
                </a:solidFill>
              </a:defRPr>
            </a:lvl6pPr>
            <a:lvl7pPr>
              <a:defRPr sz="2775" b="0">
                <a:solidFill>
                  <a:srgbClr val="EAF2F0"/>
                </a:solidFill>
              </a:defRPr>
            </a:lvl7pPr>
            <a:lvl8pPr>
              <a:defRPr sz="2775" b="0">
                <a:solidFill>
                  <a:srgbClr val="EAF2F0"/>
                </a:solidFill>
              </a:defRPr>
            </a:lvl8pPr>
            <a:lvl9pPr>
              <a:defRPr sz="277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EAF2F0"/>
                </a:solidFill>
              </a:defRPr>
            </a:pPr>
            <a:r>
              <a:rPr sz="2775" b="0">
                <a:solidFill>
                  <a:srgbClr val="EAF2F0"/>
                </a:solidFill>
              </a:rPr>
              <a:t>PDF 文档提取、保护与修改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428D3-2FDD-42FA-9E82-70AE0BD1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B1C6C9"/>
                </a:solidFill>
              </a:defRPr>
            </a:defPPr>
            <a:lvl1pPr>
              <a:defRPr sz="1875" b="0">
                <a:solidFill>
                  <a:srgbClr val="B1C6C9"/>
                </a:solidFill>
              </a:defRPr>
            </a:lvl1pPr>
            <a:lvl2pPr>
              <a:defRPr sz="1875" b="0">
                <a:solidFill>
                  <a:srgbClr val="B1C6C9"/>
                </a:solidFill>
              </a:defRPr>
            </a:lvl2pPr>
            <a:lvl3pPr>
              <a:defRPr sz="1875" b="0">
                <a:solidFill>
                  <a:srgbClr val="B1C6C9"/>
                </a:solidFill>
              </a:defRPr>
            </a:lvl3pPr>
            <a:lvl4pPr>
              <a:defRPr sz="1875" b="0">
                <a:solidFill>
                  <a:srgbClr val="B1C6C9"/>
                </a:solidFill>
              </a:defRPr>
            </a:lvl4pPr>
            <a:lvl5pPr>
              <a:defRPr sz="1875" b="0">
                <a:solidFill>
                  <a:srgbClr val="B1C6C9"/>
                </a:solidFill>
              </a:defRPr>
            </a:lvl5pPr>
            <a:lvl6pPr>
              <a:defRPr sz="1875" b="0">
                <a:solidFill>
                  <a:srgbClr val="B1C6C9"/>
                </a:solidFill>
              </a:defRPr>
            </a:lvl6pPr>
            <a:lvl7pPr>
              <a:defRPr sz="1875" b="0">
                <a:solidFill>
                  <a:srgbClr val="B1C6C9"/>
                </a:solidFill>
              </a:defRPr>
            </a:lvl7pPr>
            <a:lvl8pPr>
              <a:defRPr sz="1875" b="0">
                <a:solidFill>
                  <a:srgbClr val="B1C6C9"/>
                </a:solidFill>
              </a:defRPr>
            </a:lvl8pPr>
            <a:lvl9pPr>
              <a:defRPr sz="1875" b="0">
                <a:solidFill>
                  <a:srgbClr val="B1C6C9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1C6C9"/>
                </a:solidFill>
              </a:defRPr>
            </a:pPr>
            <a:r>
              <a:rPr sz="1875" b="0">
                <a:solidFill>
                  <a:srgbClr val="B1C6C9"/>
                </a:solidFill>
              </a:rPr>
              <a:t>功能原型与实际测试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250AC-92A0-480A-8E7B-7E0EF461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64DD04-808D-45D0-AD86-C4BEA49D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Part B · 课堂演示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3D8E9-E50C-40CD-9CCA-DC29EAD8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6769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D4A65C"/>
                </a:solidFill>
              </a:defRPr>
            </a:defPPr>
            <a:lvl1pPr>
              <a:defRPr sz="1500" b="1">
                <a:solidFill>
                  <a:srgbClr val="D4A65C"/>
                </a:solidFill>
              </a:defRPr>
            </a:lvl1pPr>
            <a:lvl2pPr>
              <a:defRPr sz="1500" b="1">
                <a:solidFill>
                  <a:srgbClr val="D4A65C"/>
                </a:solidFill>
              </a:defRPr>
            </a:lvl2pPr>
            <a:lvl3pPr>
              <a:defRPr sz="1500" b="1">
                <a:solidFill>
                  <a:srgbClr val="D4A65C"/>
                </a:solidFill>
              </a:defRPr>
            </a:lvl3pPr>
            <a:lvl4pPr>
              <a:defRPr sz="1500" b="1">
                <a:solidFill>
                  <a:srgbClr val="D4A65C"/>
                </a:solidFill>
              </a:defRPr>
            </a:lvl4pPr>
            <a:lvl5pPr>
              <a:defRPr sz="1500" b="1">
                <a:solidFill>
                  <a:srgbClr val="D4A65C"/>
                </a:solidFill>
              </a:defRPr>
            </a:lvl5pPr>
            <a:lvl6pPr>
              <a:defRPr sz="1500" b="1">
                <a:solidFill>
                  <a:srgbClr val="D4A65C"/>
                </a:solidFill>
              </a:defRPr>
            </a:lvl6pPr>
            <a:lvl7pPr>
              <a:defRPr sz="1500" b="1">
                <a:solidFill>
                  <a:srgbClr val="D4A65C"/>
                </a:solidFill>
              </a:defRPr>
            </a:lvl7pPr>
            <a:lvl8pPr>
              <a:defRPr sz="1500" b="1">
                <a:solidFill>
                  <a:srgbClr val="D4A65C"/>
                </a:solidFill>
              </a:defRPr>
            </a:lvl8pPr>
            <a:lvl9pPr>
              <a:defRPr sz="1500" b="1">
                <a:solidFill>
                  <a:srgbClr val="D4A65C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4A65C"/>
                </a:solidFill>
              </a:defRPr>
            </a:pPr>
            <a:r>
              <a:rPr sz="1500" b="1">
                <a:solidFill>
                  <a:srgbClr val="D4A65C"/>
                </a:solidFill>
              </a:rPr>
              <a:t>12 页</a:t>
            </a:r>
          </a:p>
        </p:txBody>
      </p:sp>
    </p:spTree>
    <p:extLst>
      <p:ext uri="{BB962C8B-B14F-4D97-AF65-F5344CB8AC3E}">
        <p14:creationId xmlns:p14="http://schemas.microsoft.com/office/powerpoint/2010/main" val="6574912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74E158-DDB0-482F-9E7A-D410033C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17E68-D31B-40AF-8AFD-6F4955EF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2CDA2-2363-48FF-A4E5-33B63123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FDF69-4252-479C-880C-BA944ABA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一个文档，七类操作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2B15E-B6F0-46AF-8C8C-51FF6770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F9872-462F-4E5C-9BA9-D3E3B9BE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9C36BD-55EB-45BB-805E-E61D69C87F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e150c173344df"/>
          <a:stretch xmlns:a="http://schemas.openxmlformats.org/drawingml/2006/main"/>
        </p:blipFill>
        <p:spPr>
          <a:xfrm xmlns:a="http://schemas.openxmlformats.org/drawingml/2006/main">
            <a:off x="1703199" y="2095500"/>
            <a:ext cx="4689852" cy="3952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30BAEA-3A23-4F7A-93B2-286A3D7E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00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DE316D-1B94-4BE0-8D5E-F4A39C6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314575"/>
            <a:ext cx="3267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选择与预览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E671A-3BEF-45FB-A57B-10D1D249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67000"/>
            <a:ext cx="32670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选择 PDF，预览并确定页码。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D3DFC-DF2E-4D78-9CEF-3C430B8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71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E5FCE-655C-4A7E-B18B-27D183B4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486150"/>
            <a:ext cx="3267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切换工具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65DA3-A019-4638-BABD-4E079FEE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838575"/>
            <a:ext cx="32670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在当前文档切换七类工具。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9CF61-BE87-49EC-A53C-2660EB65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43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FC1AB-79F2-4A11-B1AD-40C9024A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657725"/>
            <a:ext cx="3267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结果与错误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70C75-B853-495D-9D50-8E7E49D5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10150"/>
            <a:ext cx="32670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查看结果或错误，修正后重试。</a:t>
            </a:r>
          </a:p>
        </p:txBody>
      </p:sp>
    </p:spTree>
    <p:extLst>
      <p:ext uri="{BB962C8B-B14F-4D97-AF65-F5344CB8AC3E}">
        <p14:creationId xmlns:p14="http://schemas.microsoft.com/office/powerpoint/2010/main" val="707613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E4F893-1FDE-4130-964D-7C95C9AB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E2B12-EF0E-47AA-99E5-BA540069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1C76C-DB46-4CA6-B928-EF15B677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AD819-656E-4999-8943-5A922B3D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基础操作采用同步请求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9FCD0-81DE-4FC9-82DA-5A1F874A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6F7D5-0993-424A-BFD3-75D40DC1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D6D4F-A492-4885-8EC3-B72CA76A7D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f8cee4185469c"/>
          <a:stretch xmlns:a="http://schemas.openxmlformats.org/drawingml/2006/main"/>
        </p:blipFill>
        <p:spPr>
          <a:xfrm xmlns:a="http://schemas.openxmlformats.org/drawingml/2006/main">
            <a:off x="2106549" y="2162175"/>
            <a:ext cx="4416552" cy="3943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25A8B-4A8A-470C-9623-9908E864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47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E36F65-6712-47AD-853C-C756EF90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362200"/>
            <a:ext cx="29813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浏览器 + 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57A6D-61A7-41CF-A3CD-ACEAF6BE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14625"/>
            <a:ext cx="29813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静态文件和 API 使用同源入口。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FF67A-EF19-47EE-8CE6-BB0076BA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57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73DB5A-C2C3-4F59-8069-5AD8287B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71875"/>
            <a:ext cx="29813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Windows Java Web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F07369-B695-4E72-AD2D-D0FE9FE6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924300"/>
            <a:ext cx="29813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适配请求并管理独立 PDF 子进程。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C04227-1866-479B-B5B3-5FBB0275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67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66E4D-9979-4439-95B1-A43A129F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781550"/>
            <a:ext cx="29813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PDF 子进程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41FD9A-C35C-450A-982E-71909570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133975"/>
            <a:ext cx="29813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90 秒期限，退出后回收临时文件。</a:t>
            </a:r>
          </a:p>
        </p:txBody>
      </p:sp>
    </p:spTree>
    <p:extLst>
      <p:ext uri="{BB962C8B-B14F-4D97-AF65-F5344CB8AC3E}">
        <p14:creationId xmlns:p14="http://schemas.microsoft.com/office/powerpoint/2010/main" val="689791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3518A-7563-4F4C-B1A6-306496F9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8B5F90-9A3F-4C53-8063-62370B36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7915F-5CB9-475C-A1DA-2DD1BB9D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E40F3-58F4-4DBC-AEBC-16BCC2CE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文本、样式、位置与检索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DAE52-DDE3-441C-94F0-FADAD012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6A758-CF2E-428C-88A8-24D8A7E9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D82FE-FC11-415D-BBB2-637B3E980D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9a93f31fa464d"/>
          <a:stretch xmlns:a="http://schemas.openxmlformats.org/drawingml/2006/main"/>
        </p:blipFill>
        <p:spPr>
          <a:xfrm xmlns:a="http://schemas.openxmlformats.org/drawingml/2006/main">
            <a:off x="1158621" y="2114550"/>
            <a:ext cx="6007608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0AC702-0A13-430A-88FE-ECC65C97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86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5AD9C4-70E1-4014-AFD5-BBF545B4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4003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按页提取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48ECF-8816-4CE8-B4DB-A6F389A4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527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文本层、文字块、字体及坐标。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123DB6-0E85-42B9-B48E-879EBBE0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814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646DA-360C-4726-80A5-4BC2CED2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957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正则检索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84DE53-1A8B-4FF6-8C68-3148B3F4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0481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返回命中页、偏移与位置。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FD601-EE2E-48A0-BECD-18E70778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0768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F9C22-264A-4B71-89A7-A8545877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991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实测用例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9EB17D-CD4D-4DF2-8A40-BA176A77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3435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TC01、TC02；异常表达式返回 400。</a:t>
            </a:r>
          </a:p>
        </p:txBody>
      </p:sp>
    </p:spTree>
    <p:extLst>
      <p:ext uri="{BB962C8B-B14F-4D97-AF65-F5344CB8AC3E}">
        <p14:creationId xmlns:p14="http://schemas.microsoft.com/office/powerpoint/2010/main" val="17589582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D8EC30-D66F-4536-9BA2-483FB1F5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DF543-2ADC-4EB6-926E-B7C4CBA3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84765-0E3A-4523-8F44-9E6AC819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12CB1-8271-4108-B9F6-C6BD66F8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规则网格转为可核对的行列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151DD-1028-4B20-8408-C427FAF5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8947B-8986-40DB-8EDB-6DEF67BC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57590-06EA-40D6-9B2D-34F60DAD64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9f5afc2f045c8"/>
          <a:stretch xmlns:a="http://schemas.openxmlformats.org/drawingml/2006/main"/>
        </p:blipFill>
        <p:spPr>
          <a:xfrm xmlns:a="http://schemas.openxmlformats.org/drawingml/2006/main">
            <a:off x="1158621" y="2114550"/>
            <a:ext cx="6007608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6785C-BCEC-4604-9963-87F570A6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86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1AA59-5C64-4356-AE50-DB02AE46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4003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规则网格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9F0AB8-CF5B-45FB-A36B-135BB31A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527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收集线段，分离表格并保留空值。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D2C08-4AA5-4401-8B93-615045C0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814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ADCE33-3386-4066-8BE1-1E9B48FD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957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CSV 导出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2E108C-7D2D-4155-85C5-6F351370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0481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核对 Alpha、42 与 UTF-8 内容。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5BDA3E-EE3E-4C4F-98B2-AC9C46BE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0768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167416-6B78-4076-B88F-E9279F85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991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适用范围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5B4D84-4D68-45A5-B1AB-E521B8F6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3435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不自动推断无边框表格。</a:t>
            </a:r>
          </a:p>
        </p:txBody>
      </p:sp>
    </p:spTree>
    <p:extLst>
      <p:ext uri="{BB962C8B-B14F-4D97-AF65-F5344CB8AC3E}">
        <p14:creationId xmlns:p14="http://schemas.microsoft.com/office/powerpoint/2010/main" val="7352427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18ADA5-9A43-40F3-ABE7-BA1F77CD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CE8CD-66B3-4435-B66B-65D82CBA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AD4E2-75B1-480C-B09D-57F81F1C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CBD84-BE0C-4DB7-BCD3-E4147882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原始流与转换结果分别记录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2E174-6AD2-4A43-820B-F63DF28F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7D168-C1F6-4EC4-B62F-F026F114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1446B-976F-4A94-9D37-7E3F274E17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ce7cc047440c2"/>
          <a:stretch xmlns:a="http://schemas.openxmlformats.org/drawingml/2006/main"/>
        </p:blipFill>
        <p:spPr>
          <a:xfrm xmlns:a="http://schemas.openxmlformats.org/drawingml/2006/main">
            <a:off x="1158621" y="2114550"/>
            <a:ext cx="6007608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A9FBD-8E80-40C3-8E0C-C7E51DFB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86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BDD26-3842-44E4-A995-C7ADBF15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4003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资源身份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0BECB-B15D-4C97-B029-17E45F8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527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同一图片重复绘制仍保留出现位置。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2D1B4-EDBB-4C11-BDC1-EF7284D6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814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06C8C-4BC4-49AA-B702-17AEAE37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957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ZIP 清单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B70CF-6F21-47FE-B689-81ED6CE8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0481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原始流、PNG/JPG 与来源信息。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8A0DA-AFD7-4865-949E-1A857E70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0768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13FD69-C010-4582-A148-DDF86551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991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部分转换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1AF21-5759-4F6C-9B2D-A1FDDEFD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3435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RAW_ONLY 保留原始流及诊断。</a:t>
            </a:r>
          </a:p>
        </p:txBody>
      </p:sp>
    </p:spTree>
    <p:extLst>
      <p:ext uri="{BB962C8B-B14F-4D97-AF65-F5344CB8AC3E}">
        <p14:creationId xmlns:p14="http://schemas.microsoft.com/office/powerpoint/2010/main" val="10338137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7C0AF-2841-4273-B888-9F5B5873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5D586-426D-474B-923F-6CA8D7F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A8C4DC-8506-4759-89AA-D52DAB76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187811-27CB-4EE1-BAE7-5B1B53DE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加密与权限独立设置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461D7-A455-4F91-A0AA-145CFDBF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BBB2F3-7A41-4788-8AB9-AF458781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7C0309-408F-4447-9FE8-839E8310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47925"/>
            <a:ext cx="2714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B9906-A8E7-4491-9420-6C34A02F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0325"/>
            <a:ext cx="22955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1">
                <a:solidFill>
                  <a:srgbClr val="087F8C"/>
                </a:solidFill>
              </a:defRPr>
            </a:defPPr>
            <a:lvl1pPr>
              <a:defRPr sz="3900" b="1">
                <a:solidFill>
                  <a:srgbClr val="087F8C"/>
                </a:solidFill>
              </a:defRPr>
            </a:lvl1pPr>
            <a:lvl2pPr>
              <a:defRPr sz="3900" b="1">
                <a:solidFill>
                  <a:srgbClr val="087F8C"/>
                </a:solidFill>
              </a:defRPr>
            </a:lvl2pPr>
            <a:lvl3pPr>
              <a:defRPr sz="3900" b="1">
                <a:solidFill>
                  <a:srgbClr val="087F8C"/>
                </a:solidFill>
              </a:defRPr>
            </a:lvl3pPr>
            <a:lvl4pPr>
              <a:defRPr sz="3900" b="1">
                <a:solidFill>
                  <a:srgbClr val="087F8C"/>
                </a:solidFill>
              </a:defRPr>
            </a:lvl4pPr>
            <a:lvl5pPr>
              <a:defRPr sz="3900" b="1">
                <a:solidFill>
                  <a:srgbClr val="087F8C"/>
                </a:solidFill>
              </a:defRPr>
            </a:lvl5pPr>
            <a:lvl6pPr>
              <a:defRPr sz="3900" b="1">
                <a:solidFill>
                  <a:srgbClr val="087F8C"/>
                </a:solidFill>
              </a:defRPr>
            </a:lvl6pPr>
            <a:lvl7pPr>
              <a:defRPr sz="3900" b="1">
                <a:solidFill>
                  <a:srgbClr val="087F8C"/>
                </a:solidFill>
              </a:defRPr>
            </a:lvl7pPr>
            <a:lvl8pPr>
              <a:defRPr sz="3900" b="1">
                <a:solidFill>
                  <a:srgbClr val="087F8C"/>
                </a:solidFill>
              </a:defRPr>
            </a:lvl8pPr>
            <a:lvl9pPr>
              <a:defRPr sz="39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87F8C"/>
                </a:solidFill>
              </a:defRPr>
            </a:pPr>
            <a:r>
              <a:rPr sz="3900" b="1">
                <a:solidFill>
                  <a:srgbClr val="087F8C"/>
                </a:solidFill>
              </a:rPr>
              <a:t>128 / 256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2B4257-CD78-4B2B-BD7F-0C6F7CB4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2295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102A38"/>
                </a:solidFill>
              </a:defRPr>
            </a:defPPr>
            <a:lvl1pPr>
              <a:defRPr sz="1350" b="0">
                <a:solidFill>
                  <a:srgbClr val="102A38"/>
                </a:solidFill>
              </a:defRPr>
            </a:lvl1pPr>
            <a:lvl2pPr>
              <a:defRPr sz="1350" b="0">
                <a:solidFill>
                  <a:srgbClr val="102A38"/>
                </a:solidFill>
              </a:defRPr>
            </a:lvl2pPr>
            <a:lvl3pPr>
              <a:defRPr sz="1350" b="0">
                <a:solidFill>
                  <a:srgbClr val="102A38"/>
                </a:solidFill>
              </a:defRPr>
            </a:lvl3pPr>
            <a:lvl4pPr>
              <a:defRPr sz="1350" b="0">
                <a:solidFill>
                  <a:srgbClr val="102A38"/>
                </a:solidFill>
              </a:defRPr>
            </a:lvl4pPr>
            <a:lvl5pPr>
              <a:defRPr sz="1350" b="0">
                <a:solidFill>
                  <a:srgbClr val="102A38"/>
                </a:solidFill>
              </a:defRPr>
            </a:lvl5pPr>
            <a:lvl6pPr>
              <a:defRPr sz="1350" b="0">
                <a:solidFill>
                  <a:srgbClr val="102A38"/>
                </a:solidFill>
              </a:defRPr>
            </a:lvl6pPr>
            <a:lvl7pPr>
              <a:defRPr sz="1350" b="0">
                <a:solidFill>
                  <a:srgbClr val="102A38"/>
                </a:solidFill>
              </a:defRPr>
            </a:lvl7pPr>
            <a:lvl8pPr>
              <a:defRPr sz="1350" b="0">
                <a:solidFill>
                  <a:srgbClr val="102A38"/>
                </a:solidFill>
              </a:defRPr>
            </a:lvl8pPr>
            <a:lvl9pPr>
              <a:defRPr sz="1350" b="0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02A38"/>
                </a:solidFill>
              </a:defRPr>
            </a:pPr>
            <a:r>
              <a:rPr sz="1350" b="0">
                <a:solidFill>
                  <a:srgbClr val="102A38"/>
                </a:solidFill>
              </a:rPr>
              <a:t>AES 密钥长度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A174D-F952-49CD-A5D5-ABB3FF16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47925"/>
            <a:ext cx="2714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62FF1-89CC-4ADF-9D43-EBD2E325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600325"/>
            <a:ext cx="22955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1">
                <a:solidFill>
                  <a:srgbClr val="087F8C"/>
                </a:solidFill>
              </a:defRPr>
            </a:defPPr>
            <a:lvl1pPr>
              <a:defRPr sz="3900" b="1">
                <a:solidFill>
                  <a:srgbClr val="087F8C"/>
                </a:solidFill>
              </a:defRPr>
            </a:lvl1pPr>
            <a:lvl2pPr>
              <a:defRPr sz="3900" b="1">
                <a:solidFill>
                  <a:srgbClr val="087F8C"/>
                </a:solidFill>
              </a:defRPr>
            </a:lvl2pPr>
            <a:lvl3pPr>
              <a:defRPr sz="3900" b="1">
                <a:solidFill>
                  <a:srgbClr val="087F8C"/>
                </a:solidFill>
              </a:defRPr>
            </a:lvl3pPr>
            <a:lvl4pPr>
              <a:defRPr sz="3900" b="1">
                <a:solidFill>
                  <a:srgbClr val="087F8C"/>
                </a:solidFill>
              </a:defRPr>
            </a:lvl4pPr>
            <a:lvl5pPr>
              <a:defRPr sz="3900" b="1">
                <a:solidFill>
                  <a:srgbClr val="087F8C"/>
                </a:solidFill>
              </a:defRPr>
            </a:lvl5pPr>
            <a:lvl6pPr>
              <a:defRPr sz="3900" b="1">
                <a:solidFill>
                  <a:srgbClr val="087F8C"/>
                </a:solidFill>
              </a:defRPr>
            </a:lvl6pPr>
            <a:lvl7pPr>
              <a:defRPr sz="3900" b="1">
                <a:solidFill>
                  <a:srgbClr val="087F8C"/>
                </a:solidFill>
              </a:defRPr>
            </a:lvl7pPr>
            <a:lvl8pPr>
              <a:defRPr sz="3900" b="1">
                <a:solidFill>
                  <a:srgbClr val="087F8C"/>
                </a:solidFill>
              </a:defRPr>
            </a:lvl8pPr>
            <a:lvl9pPr>
              <a:defRPr sz="39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87F8C"/>
                </a:solidFill>
              </a:defRPr>
            </a:pPr>
            <a:r>
              <a:rPr sz="3900" b="1">
                <a:solidFill>
                  <a:srgbClr val="087F8C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7802A-B35A-4E55-A417-D0BB4CE8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333750"/>
            <a:ext cx="2295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102A38"/>
                </a:solidFill>
              </a:defRPr>
            </a:defPPr>
            <a:lvl1pPr>
              <a:defRPr sz="1350" b="0">
                <a:solidFill>
                  <a:srgbClr val="102A38"/>
                </a:solidFill>
              </a:defRPr>
            </a:lvl1pPr>
            <a:lvl2pPr>
              <a:defRPr sz="1350" b="0">
                <a:solidFill>
                  <a:srgbClr val="102A38"/>
                </a:solidFill>
              </a:defRPr>
            </a:lvl2pPr>
            <a:lvl3pPr>
              <a:defRPr sz="1350" b="0">
                <a:solidFill>
                  <a:srgbClr val="102A38"/>
                </a:solidFill>
              </a:defRPr>
            </a:lvl3pPr>
            <a:lvl4pPr>
              <a:defRPr sz="1350" b="0">
                <a:solidFill>
                  <a:srgbClr val="102A38"/>
                </a:solidFill>
              </a:defRPr>
            </a:lvl4pPr>
            <a:lvl5pPr>
              <a:defRPr sz="1350" b="0">
                <a:solidFill>
                  <a:srgbClr val="102A38"/>
                </a:solidFill>
              </a:defRPr>
            </a:lvl5pPr>
            <a:lvl6pPr>
              <a:defRPr sz="1350" b="0">
                <a:solidFill>
                  <a:srgbClr val="102A38"/>
                </a:solidFill>
              </a:defRPr>
            </a:lvl6pPr>
            <a:lvl7pPr>
              <a:defRPr sz="1350" b="0">
                <a:solidFill>
                  <a:srgbClr val="102A38"/>
                </a:solidFill>
              </a:defRPr>
            </a:lvl7pPr>
            <a:lvl8pPr>
              <a:defRPr sz="1350" b="0">
                <a:solidFill>
                  <a:srgbClr val="102A38"/>
                </a:solidFill>
              </a:defRPr>
            </a:lvl8pPr>
            <a:lvl9pPr>
              <a:defRPr sz="1350" b="0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02A38"/>
                </a:solidFill>
              </a:defRPr>
            </a:pPr>
            <a:r>
              <a:rPr sz="1350" b="0">
                <a:solidFill>
                  <a:srgbClr val="102A38"/>
                </a:solidFill>
              </a:rPr>
              <a:t>打印 · 复制 · 修改开关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721B9-3A8B-4F40-A0AF-42993F1A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47925"/>
            <a:ext cx="2714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6A6BAC-9151-4870-86E4-0EBA2C21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00325"/>
            <a:ext cx="22955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1">
                <a:solidFill>
                  <a:srgbClr val="087F8C"/>
                </a:solidFill>
              </a:defRPr>
            </a:defPPr>
            <a:lvl1pPr>
              <a:defRPr sz="3900" b="1">
                <a:solidFill>
                  <a:srgbClr val="087F8C"/>
                </a:solidFill>
              </a:defRPr>
            </a:lvl1pPr>
            <a:lvl2pPr>
              <a:defRPr sz="3900" b="1">
                <a:solidFill>
                  <a:srgbClr val="087F8C"/>
                </a:solidFill>
              </a:defRPr>
            </a:lvl2pPr>
            <a:lvl3pPr>
              <a:defRPr sz="3900" b="1">
                <a:solidFill>
                  <a:srgbClr val="087F8C"/>
                </a:solidFill>
              </a:defRPr>
            </a:lvl3pPr>
            <a:lvl4pPr>
              <a:defRPr sz="3900" b="1">
                <a:solidFill>
                  <a:srgbClr val="087F8C"/>
                </a:solidFill>
              </a:defRPr>
            </a:lvl4pPr>
            <a:lvl5pPr>
              <a:defRPr sz="3900" b="1">
                <a:solidFill>
                  <a:srgbClr val="087F8C"/>
                </a:solidFill>
              </a:defRPr>
            </a:lvl5pPr>
            <a:lvl6pPr>
              <a:defRPr sz="3900" b="1">
                <a:solidFill>
                  <a:srgbClr val="087F8C"/>
                </a:solidFill>
              </a:defRPr>
            </a:lvl6pPr>
            <a:lvl7pPr>
              <a:defRPr sz="3900" b="1">
                <a:solidFill>
                  <a:srgbClr val="087F8C"/>
                </a:solidFill>
              </a:defRPr>
            </a:lvl7pPr>
            <a:lvl8pPr>
              <a:defRPr sz="3900" b="1">
                <a:solidFill>
                  <a:srgbClr val="087F8C"/>
                </a:solidFill>
              </a:defRPr>
            </a:lvl8pPr>
            <a:lvl9pPr>
              <a:defRPr sz="39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87F8C"/>
                </a:solidFill>
              </a:defRPr>
            </a:pPr>
            <a:r>
              <a:rPr sz="3900" b="1">
                <a:solidFill>
                  <a:srgbClr val="087F8C"/>
                </a:solidFill>
              </a:rPr>
              <a:t>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31E95-F977-4974-B523-45A59870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33750"/>
            <a:ext cx="2295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102A38"/>
                </a:solidFill>
              </a:defRPr>
            </a:defPPr>
            <a:lvl1pPr>
              <a:defRPr sz="1350" b="0">
                <a:solidFill>
                  <a:srgbClr val="102A38"/>
                </a:solidFill>
              </a:defRPr>
            </a:lvl1pPr>
            <a:lvl2pPr>
              <a:defRPr sz="1350" b="0">
                <a:solidFill>
                  <a:srgbClr val="102A38"/>
                </a:solidFill>
              </a:defRPr>
            </a:lvl2pPr>
            <a:lvl3pPr>
              <a:defRPr sz="1350" b="0">
                <a:solidFill>
                  <a:srgbClr val="102A38"/>
                </a:solidFill>
              </a:defRPr>
            </a:lvl3pPr>
            <a:lvl4pPr>
              <a:defRPr sz="1350" b="0">
                <a:solidFill>
                  <a:srgbClr val="102A38"/>
                </a:solidFill>
              </a:defRPr>
            </a:lvl4pPr>
            <a:lvl5pPr>
              <a:defRPr sz="1350" b="0">
                <a:solidFill>
                  <a:srgbClr val="102A38"/>
                </a:solidFill>
              </a:defRPr>
            </a:lvl5pPr>
            <a:lvl6pPr>
              <a:defRPr sz="1350" b="0">
                <a:solidFill>
                  <a:srgbClr val="102A38"/>
                </a:solidFill>
              </a:defRPr>
            </a:lvl6pPr>
            <a:lvl7pPr>
              <a:defRPr sz="1350" b="0">
                <a:solidFill>
                  <a:srgbClr val="102A38"/>
                </a:solidFill>
              </a:defRPr>
            </a:lvl7pPr>
            <a:lvl8pPr>
              <a:defRPr sz="1350" b="0">
                <a:solidFill>
                  <a:srgbClr val="102A38"/>
                </a:solidFill>
              </a:defRPr>
            </a:lvl8pPr>
            <a:lvl9pPr>
              <a:defRPr sz="1350" b="0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02A38"/>
                </a:solidFill>
              </a:defRPr>
            </a:pPr>
            <a:r>
              <a:rPr sz="1350" b="0">
                <a:solidFill>
                  <a:srgbClr val="102A38"/>
                </a:solidFill>
              </a:rPr>
              <a:t>参数化组合通过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7E8CF-62B8-4E46-A9EE-4CF1E9F6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95800"/>
            <a:ext cx="981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C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B34162-83AA-4542-A670-35068319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2440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02A38"/>
                </a:solidFill>
              </a:defRPr>
            </a:defPPr>
            <a:lvl1pPr>
              <a:defRPr sz="1875" b="0">
                <a:solidFill>
                  <a:srgbClr val="102A38"/>
                </a:solidFill>
              </a:defRPr>
            </a:lvl1pPr>
            <a:lvl2pPr>
              <a:defRPr sz="1875" b="0">
                <a:solidFill>
                  <a:srgbClr val="102A38"/>
                </a:solidFill>
              </a:defRPr>
            </a:lvl2pPr>
            <a:lvl3pPr>
              <a:defRPr sz="1875" b="0">
                <a:solidFill>
                  <a:srgbClr val="102A38"/>
                </a:solidFill>
              </a:defRPr>
            </a:lvl3pPr>
            <a:lvl4pPr>
              <a:defRPr sz="1875" b="0">
                <a:solidFill>
                  <a:srgbClr val="102A38"/>
                </a:solidFill>
              </a:defRPr>
            </a:lvl4pPr>
            <a:lvl5pPr>
              <a:defRPr sz="1875" b="0">
                <a:solidFill>
                  <a:srgbClr val="102A38"/>
                </a:solidFill>
              </a:defRPr>
            </a:lvl5pPr>
            <a:lvl6pPr>
              <a:defRPr sz="1875" b="0">
                <a:solidFill>
                  <a:srgbClr val="102A38"/>
                </a:solidFill>
              </a:defRPr>
            </a:lvl6pPr>
            <a:lvl7pPr>
              <a:defRPr sz="1875" b="0">
                <a:solidFill>
                  <a:srgbClr val="102A38"/>
                </a:solidFill>
              </a:defRPr>
            </a:lvl7pPr>
            <a:lvl8pPr>
              <a:defRPr sz="1875" b="0">
                <a:solidFill>
                  <a:srgbClr val="102A38"/>
                </a:solidFill>
              </a:defRPr>
            </a:lvl8pPr>
            <a:lvl9pPr>
              <a:defRPr sz="1875" b="0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A38"/>
                </a:solidFill>
              </a:defRPr>
            </a:pPr>
            <a:r>
              <a:rPr sz="1875" b="0">
                <a:solidFill>
                  <a:srgbClr val="102A38"/>
                </a:solidFill>
              </a:rPr>
              <a:t>源文件保持不变；输出加密副本。普通口令与所有者口令具有不同权限。</a:t>
            </a:r>
          </a:p>
        </p:txBody>
      </p:sp>
    </p:spTree>
    <p:extLst>
      <p:ext uri="{BB962C8B-B14F-4D97-AF65-F5344CB8AC3E}">
        <p14:creationId xmlns:p14="http://schemas.microsoft.com/office/powerpoint/2010/main" val="2917634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BA8CF-73A8-428F-9458-33C27FF6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7DF44-6DB0-4F3E-8DDA-C6D47335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CD18EB-FA4E-4A86-9957-00DFEEC6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87450-8E1E-4793-BA3E-F87CE783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签名结论需要分项解释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59B89-32E8-4FA7-A2E9-5EED39D2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79B2F-AB07-4421-9FDF-F4C7C65D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A1434-A860-4329-B2B7-8EC64B4100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17b6d03074ae3"/>
          <a:stretch xmlns:a="http://schemas.openxmlformats.org/drawingml/2006/main"/>
        </p:blipFill>
        <p:spPr>
          <a:xfrm xmlns:a="http://schemas.openxmlformats.org/drawingml/2006/main">
            <a:off x="1164617" y="2114550"/>
            <a:ext cx="5995617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DF687-9301-4484-A259-9645DEA2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9B2D2-83E4-4118-BDFC-BEA86C2A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34315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签署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FD15E-015D-45D7-AA5F-B9DFAC1C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9557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测试证书输出新的签名副本。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E4B9A-4346-4A6E-905C-E858B166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95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98A64-4043-4F3E-9EB8-18C10557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09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验证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A5E23-182C-4EE1-BB2F-2464FC50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962400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完整性、信任、有效期与修订分列。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4C9BD7-DF78-40B8-9F5A-8B39AEC0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962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53056-980B-45A1-9229-31A09E83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8768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移除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737F4A-9F91-444C-A33F-E40C6E8B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229225"/>
            <a:ext cx="2838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需明确确认，输出保留正文。</a:t>
            </a:r>
          </a:p>
        </p:txBody>
      </p:sp>
    </p:spTree>
    <p:extLst>
      <p:ext uri="{BB962C8B-B14F-4D97-AF65-F5344CB8AC3E}">
        <p14:creationId xmlns:p14="http://schemas.microsoft.com/office/powerpoint/2010/main" val="9271818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927D25-2477-489C-8FE6-AAC22BA0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D421F-34D7-4C20-91F2-8DF0F93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7D95B1-B3A3-45CC-A4CC-C86F76F9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8234C-2974-44D8-9E4E-0F52967F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指定页面添加文字或图片水印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D3EFCC-66F8-43C2-9097-E7544D54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99921-4A66-4BDB-829A-6A9ACA27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10E222-1F00-4E33-AB02-05F9A7F6C6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4221d12cc47cc"/>
          <a:stretch xmlns:a="http://schemas.openxmlformats.org/drawingml/2006/main"/>
        </p:blipFill>
        <p:spPr>
          <a:xfrm xmlns:a="http://schemas.openxmlformats.org/drawingml/2006/main">
            <a:off x="1190625" y="2143125"/>
            <a:ext cx="5000625" cy="4000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F9B0F-FD64-422C-AA89-607F4D5C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C63177-AB30-4927-8C2E-E335B94B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343150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页范围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6BA5A-D398-4B61-9D6C-C8CF9195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9557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只修改选定页；其他页内容保持。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CC0074-CDD8-49FE-BB82-8CEC87F3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95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64B7B-9695-4A5F-9C2E-2149D3AE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09975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文字与图像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B569F-AC7A-4DA7-A23F-6E3D6C2A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962400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支持中文文字、角度和透明度。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52E20-6EE3-4075-AAE8-9B0756CA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962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AFDFC4-1EC8-473D-93B6-190CC714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876800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原件保护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AE28E-A0DF-449C-94BB-47D31C32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22922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签名输入拒绝再次修改。</a:t>
            </a:r>
          </a:p>
        </p:txBody>
      </p:sp>
    </p:spTree>
    <p:extLst>
      <p:ext uri="{BB962C8B-B14F-4D97-AF65-F5344CB8AC3E}">
        <p14:creationId xmlns:p14="http://schemas.microsoft.com/office/powerpoint/2010/main" val="9004764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ADD293-D4E3-4A77-8742-9264647A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C4772-2735-4602-9B4C-851B82CB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EF8B4-5D8A-405D-B724-4737CEE0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F8C"/>
                </a:solidFill>
              </a:defRPr>
            </a:defPPr>
            <a:lvl1pPr>
              <a:defRPr sz="1200" b="1">
                <a:solidFill>
                  <a:srgbClr val="087F8C"/>
                </a:solidFill>
              </a:defRPr>
            </a:lvl1pPr>
            <a:lvl2pPr>
              <a:defRPr sz="1200" b="1">
                <a:solidFill>
                  <a:srgbClr val="087F8C"/>
                </a:solidFill>
              </a:defRPr>
            </a:lvl2pPr>
            <a:lvl3pPr>
              <a:defRPr sz="1200" b="1">
                <a:solidFill>
                  <a:srgbClr val="087F8C"/>
                </a:solidFill>
              </a:defRPr>
            </a:lvl3pPr>
            <a:lvl4pPr>
              <a:defRPr sz="1200" b="1">
                <a:solidFill>
                  <a:srgbClr val="087F8C"/>
                </a:solidFill>
              </a:defRPr>
            </a:lvl4pPr>
            <a:lvl5pPr>
              <a:defRPr sz="1200" b="1">
                <a:solidFill>
                  <a:srgbClr val="087F8C"/>
                </a:solidFill>
              </a:defRPr>
            </a:lvl5pPr>
            <a:lvl6pPr>
              <a:defRPr sz="1200" b="1">
                <a:solidFill>
                  <a:srgbClr val="087F8C"/>
                </a:solidFill>
              </a:defRPr>
            </a:lvl6pPr>
            <a:lvl7pPr>
              <a:defRPr sz="1200" b="1">
                <a:solidFill>
                  <a:srgbClr val="087F8C"/>
                </a:solidFill>
              </a:defRPr>
            </a:lvl7pPr>
            <a:lvl8pPr>
              <a:defRPr sz="1200" b="1">
                <a:solidFill>
                  <a:srgbClr val="087F8C"/>
                </a:solidFill>
              </a:defRPr>
            </a:lvl8pPr>
            <a:lvl9pPr>
              <a:defRPr sz="1200" b="1">
                <a:solidFill>
                  <a:srgbClr val="087F8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F8C"/>
                </a:solidFill>
              </a:defRPr>
            </a:pPr>
            <a:r>
              <a:rPr sz="1200" b="1">
                <a:solidFill>
                  <a:srgbClr val="087F8C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E6863-0E05-46D9-BAF7-D0EBEE5B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102A38"/>
                </a:solidFill>
              </a:defRPr>
            </a:defPPr>
            <a:lvl1pPr>
              <a:defRPr sz="3225" b="1">
                <a:solidFill>
                  <a:srgbClr val="102A38"/>
                </a:solidFill>
              </a:defRPr>
            </a:lvl1pPr>
            <a:lvl2pPr>
              <a:defRPr sz="3225" b="1">
                <a:solidFill>
                  <a:srgbClr val="102A38"/>
                </a:solidFill>
              </a:defRPr>
            </a:lvl2pPr>
            <a:lvl3pPr>
              <a:defRPr sz="3225" b="1">
                <a:solidFill>
                  <a:srgbClr val="102A38"/>
                </a:solidFill>
              </a:defRPr>
            </a:lvl3pPr>
            <a:lvl4pPr>
              <a:defRPr sz="3225" b="1">
                <a:solidFill>
                  <a:srgbClr val="102A38"/>
                </a:solidFill>
              </a:defRPr>
            </a:lvl4pPr>
            <a:lvl5pPr>
              <a:defRPr sz="3225" b="1">
                <a:solidFill>
                  <a:srgbClr val="102A38"/>
                </a:solidFill>
              </a:defRPr>
            </a:lvl5pPr>
            <a:lvl6pPr>
              <a:defRPr sz="3225" b="1">
                <a:solidFill>
                  <a:srgbClr val="102A38"/>
                </a:solidFill>
              </a:defRPr>
            </a:lvl6pPr>
            <a:lvl7pPr>
              <a:defRPr sz="3225" b="1">
                <a:solidFill>
                  <a:srgbClr val="102A38"/>
                </a:solidFill>
              </a:defRPr>
            </a:lvl7pPr>
            <a:lvl8pPr>
              <a:defRPr sz="3225" b="1">
                <a:solidFill>
                  <a:srgbClr val="102A38"/>
                </a:solidFill>
              </a:defRPr>
            </a:lvl8pPr>
            <a:lvl9pPr>
              <a:defRPr sz="3225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02A38"/>
                </a:solidFill>
              </a:defRPr>
            </a:pPr>
            <a:r>
              <a:rPr sz="3225" b="1">
                <a:solidFill>
                  <a:srgbClr val="102A38"/>
                </a:solidFill>
              </a:rPr>
              <a:t>错误反馈与业务结果分开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1BA8B-8C7C-41C8-971F-1DBD5BC5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9A54C-35C5-4C44-8B29-72BE1646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5C6C70"/>
                </a:solidFill>
              </a:defRPr>
            </a:defPPr>
            <a:lvl1pPr>
              <a:defRPr sz="975" b="0">
                <a:solidFill>
                  <a:srgbClr val="5C6C70"/>
                </a:solidFill>
              </a:defRPr>
            </a:lvl1pPr>
            <a:lvl2pPr>
              <a:defRPr sz="975" b="0">
                <a:solidFill>
                  <a:srgbClr val="5C6C70"/>
                </a:solidFill>
              </a:defRPr>
            </a:lvl2pPr>
            <a:lvl3pPr>
              <a:defRPr sz="975" b="0">
                <a:solidFill>
                  <a:srgbClr val="5C6C70"/>
                </a:solidFill>
              </a:defRPr>
            </a:lvl3pPr>
            <a:lvl4pPr>
              <a:defRPr sz="975" b="0">
                <a:solidFill>
                  <a:srgbClr val="5C6C70"/>
                </a:solidFill>
              </a:defRPr>
            </a:lvl4pPr>
            <a:lvl5pPr>
              <a:defRPr sz="975" b="0">
                <a:solidFill>
                  <a:srgbClr val="5C6C70"/>
                </a:solidFill>
              </a:defRPr>
            </a:lvl5pPr>
            <a:lvl6pPr>
              <a:defRPr sz="975" b="0">
                <a:solidFill>
                  <a:srgbClr val="5C6C70"/>
                </a:solidFill>
              </a:defRPr>
            </a:lvl6pPr>
            <a:lvl7pPr>
              <a:defRPr sz="975" b="0">
                <a:solidFill>
                  <a:srgbClr val="5C6C70"/>
                </a:solidFill>
              </a:defRPr>
            </a:lvl7pPr>
            <a:lvl8pPr>
              <a:defRPr sz="975" b="0">
                <a:solidFill>
                  <a:srgbClr val="5C6C70"/>
                </a:solidFill>
              </a:defRPr>
            </a:lvl8pPr>
            <a:lvl9pPr>
              <a:defRPr sz="975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C6C70"/>
                </a:solidFill>
              </a:defRPr>
            </a:pPr>
            <a:r>
              <a:rPr sz="975" b="0">
                <a:solidFill>
                  <a:srgbClr val="5C6C70"/>
                </a:solidFill>
              </a:rPr>
              <a:t>PDF Extractor · Part B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D4D29-A98C-416E-B48E-FAD63998B4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8ddccec3249c4"/>
          <a:stretch xmlns:a="http://schemas.openxmlformats.org/drawingml/2006/main"/>
        </p:blipFill>
        <p:spPr>
          <a:xfrm xmlns:a="http://schemas.openxmlformats.org/drawingml/2006/main">
            <a:off x="1164617" y="2114550"/>
            <a:ext cx="5995617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2AC2A-2EC2-4AA7-9999-5D925D14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00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7A84A-1430-4501-967D-EC41366A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314575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400 / 403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250BC6-38B1-4C32-89DD-853647BC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67000"/>
            <a:ext cx="2933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页码或表达式错误；密码错误。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6A429-3B72-4B8B-8016-BB630F7E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099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193E2-E5CE-45C2-A5CD-5ABF5E45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242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413 / 429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BD697-1973-4F70-B4D5-E4E4439D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876675"/>
            <a:ext cx="2933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超出容量；并发槽位占用。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9D290-8A6B-47E4-AB77-0A135D11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196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4977C-9B48-4BFB-869C-128F0E5A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733925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02A38"/>
                </a:solidFill>
              </a:defRPr>
            </a:defPPr>
            <a:lvl1pPr>
              <a:defRPr sz="1800" b="1">
                <a:solidFill>
                  <a:srgbClr val="102A38"/>
                </a:solidFill>
              </a:defRPr>
            </a:lvl1pPr>
            <a:lvl2pPr>
              <a:defRPr sz="1800" b="1">
                <a:solidFill>
                  <a:srgbClr val="102A38"/>
                </a:solidFill>
              </a:defRPr>
            </a:lvl2pPr>
            <a:lvl3pPr>
              <a:defRPr sz="1800" b="1">
                <a:solidFill>
                  <a:srgbClr val="102A38"/>
                </a:solidFill>
              </a:defRPr>
            </a:lvl3pPr>
            <a:lvl4pPr>
              <a:defRPr sz="1800" b="1">
                <a:solidFill>
                  <a:srgbClr val="102A38"/>
                </a:solidFill>
              </a:defRPr>
            </a:lvl4pPr>
            <a:lvl5pPr>
              <a:defRPr sz="1800" b="1">
                <a:solidFill>
                  <a:srgbClr val="102A38"/>
                </a:solidFill>
              </a:defRPr>
            </a:lvl5pPr>
            <a:lvl6pPr>
              <a:defRPr sz="1800" b="1">
                <a:solidFill>
                  <a:srgbClr val="102A38"/>
                </a:solidFill>
              </a:defRPr>
            </a:lvl6pPr>
            <a:lvl7pPr>
              <a:defRPr sz="1800" b="1">
                <a:solidFill>
                  <a:srgbClr val="102A38"/>
                </a:solidFill>
              </a:defRPr>
            </a:lvl7pPr>
            <a:lvl8pPr>
              <a:defRPr sz="1800" b="1">
                <a:solidFill>
                  <a:srgbClr val="102A38"/>
                </a:solidFill>
              </a:defRPr>
            </a:lvl8pPr>
            <a:lvl9pPr>
              <a:defRPr sz="1800" b="1">
                <a:solidFill>
                  <a:srgbClr val="102A38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02A38"/>
                </a:solidFill>
              </a:defRPr>
            </a:pPr>
            <a:r>
              <a:rPr sz="1800" b="1">
                <a:solidFill>
                  <a:srgbClr val="102A38"/>
                </a:solidFill>
              </a:rPr>
              <a:t>504 / 验签状态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BBFAA-2395-47F8-ACC9-9461F0D3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86350"/>
            <a:ext cx="2933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C6C70"/>
                </a:solidFill>
              </a:defRPr>
            </a:defPPr>
            <a:lvl1pPr>
              <a:defRPr sz="1350" b="0">
                <a:solidFill>
                  <a:srgbClr val="5C6C70"/>
                </a:solidFill>
              </a:defRPr>
            </a:lvl1pPr>
            <a:lvl2pPr>
              <a:defRPr sz="1350" b="0">
                <a:solidFill>
                  <a:srgbClr val="5C6C70"/>
                </a:solidFill>
              </a:defRPr>
            </a:lvl2pPr>
            <a:lvl3pPr>
              <a:defRPr sz="1350" b="0">
                <a:solidFill>
                  <a:srgbClr val="5C6C70"/>
                </a:solidFill>
              </a:defRPr>
            </a:lvl3pPr>
            <a:lvl4pPr>
              <a:defRPr sz="1350" b="0">
                <a:solidFill>
                  <a:srgbClr val="5C6C70"/>
                </a:solidFill>
              </a:defRPr>
            </a:lvl4pPr>
            <a:lvl5pPr>
              <a:defRPr sz="1350" b="0">
                <a:solidFill>
                  <a:srgbClr val="5C6C70"/>
                </a:solidFill>
              </a:defRPr>
            </a:lvl5pPr>
            <a:lvl6pPr>
              <a:defRPr sz="1350" b="0">
                <a:solidFill>
                  <a:srgbClr val="5C6C70"/>
                </a:solidFill>
              </a:defRPr>
            </a:lvl6pPr>
            <a:lvl7pPr>
              <a:defRPr sz="1350" b="0">
                <a:solidFill>
                  <a:srgbClr val="5C6C70"/>
                </a:solidFill>
              </a:defRPr>
            </a:lvl7pPr>
            <a:lvl8pPr>
              <a:defRPr sz="1350" b="0">
                <a:solidFill>
                  <a:srgbClr val="5C6C70"/>
                </a:solidFill>
              </a:defRPr>
            </a:lvl8pPr>
            <a:lvl9pPr>
              <a:defRPr sz="1350" b="0">
                <a:solidFill>
                  <a:srgbClr val="5C6C70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C6C70"/>
                </a:solidFill>
              </a:defRPr>
            </a:pPr>
            <a:r>
              <a:rPr sz="1350" b="0">
                <a:solidFill>
                  <a:srgbClr val="5C6C70"/>
                </a:solidFill>
              </a:rPr>
              <a:t>处理超时；验签结论单独呈现。</a:t>
            </a:r>
          </a:p>
        </p:txBody>
      </p:sp>
    </p:spTree>
    <p:extLst>
      <p:ext uri="{BB962C8B-B14F-4D97-AF65-F5344CB8AC3E}">
        <p14:creationId xmlns:p14="http://schemas.microsoft.com/office/powerpoint/2010/main" val="13860233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2A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B7D779-B49C-4FF5-9911-78514D2E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B9765-EB2C-4CE2-A5A1-9E7172F0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EAF2F0"/>
                </a:solidFill>
              </a:defRPr>
            </a:defPPr>
            <a:lvl1pPr>
              <a:defRPr sz="1200" b="1">
                <a:solidFill>
                  <a:srgbClr val="EAF2F0"/>
                </a:solidFill>
              </a:defRPr>
            </a:lvl1pPr>
            <a:lvl2pPr>
              <a:defRPr sz="1200" b="1">
                <a:solidFill>
                  <a:srgbClr val="EAF2F0"/>
                </a:solidFill>
              </a:defRPr>
            </a:lvl2pPr>
            <a:lvl3pPr>
              <a:defRPr sz="1200" b="1">
                <a:solidFill>
                  <a:srgbClr val="EAF2F0"/>
                </a:solidFill>
              </a:defRPr>
            </a:lvl3pPr>
            <a:lvl4pPr>
              <a:defRPr sz="1200" b="1">
                <a:solidFill>
                  <a:srgbClr val="EAF2F0"/>
                </a:solidFill>
              </a:defRPr>
            </a:lvl4pPr>
            <a:lvl5pPr>
              <a:defRPr sz="1200" b="1">
                <a:solidFill>
                  <a:srgbClr val="EAF2F0"/>
                </a:solidFill>
              </a:defRPr>
            </a:lvl5pPr>
            <a:lvl6pPr>
              <a:defRPr sz="1200" b="1">
                <a:solidFill>
                  <a:srgbClr val="EAF2F0"/>
                </a:solidFill>
              </a:defRPr>
            </a:lvl6pPr>
            <a:lvl7pPr>
              <a:defRPr sz="1200" b="1">
                <a:solidFill>
                  <a:srgbClr val="EAF2F0"/>
                </a:solidFill>
              </a:defRPr>
            </a:lvl7pPr>
            <a:lvl8pPr>
              <a:defRPr sz="1200" b="1">
                <a:solidFill>
                  <a:srgbClr val="EAF2F0"/>
                </a:solidFill>
              </a:defRPr>
            </a:lvl8pPr>
            <a:lvl9pPr>
              <a:defRPr sz="1200" b="1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EAF2F0"/>
                </a:solidFill>
              </a:defRPr>
            </a:pPr>
            <a:r>
              <a:rPr sz="1200" b="1">
                <a:solidFill>
                  <a:srgbClr val="EAF2F0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29831-297F-442A-954F-05DDB1B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EAF2F0"/>
                </a:solidFill>
              </a:defRPr>
            </a:defPPr>
            <a:lvl1pPr>
              <a:defRPr sz="1200" b="1">
                <a:solidFill>
                  <a:srgbClr val="EAF2F0"/>
                </a:solidFill>
              </a:defRPr>
            </a:lvl1pPr>
            <a:lvl2pPr>
              <a:defRPr sz="1200" b="1">
                <a:solidFill>
                  <a:srgbClr val="EAF2F0"/>
                </a:solidFill>
              </a:defRPr>
            </a:lvl2pPr>
            <a:lvl3pPr>
              <a:defRPr sz="1200" b="1">
                <a:solidFill>
                  <a:srgbClr val="EAF2F0"/>
                </a:solidFill>
              </a:defRPr>
            </a:lvl3pPr>
            <a:lvl4pPr>
              <a:defRPr sz="1200" b="1">
                <a:solidFill>
                  <a:srgbClr val="EAF2F0"/>
                </a:solidFill>
              </a:defRPr>
            </a:lvl4pPr>
            <a:lvl5pPr>
              <a:defRPr sz="1200" b="1">
                <a:solidFill>
                  <a:srgbClr val="EAF2F0"/>
                </a:solidFill>
              </a:defRPr>
            </a:lvl5pPr>
            <a:lvl6pPr>
              <a:defRPr sz="1200" b="1">
                <a:solidFill>
                  <a:srgbClr val="EAF2F0"/>
                </a:solidFill>
              </a:defRPr>
            </a:lvl6pPr>
            <a:lvl7pPr>
              <a:defRPr sz="1200" b="1">
                <a:solidFill>
                  <a:srgbClr val="EAF2F0"/>
                </a:solidFill>
              </a:defRPr>
            </a:lvl7pPr>
            <a:lvl8pPr>
              <a:defRPr sz="1200" b="1">
                <a:solidFill>
                  <a:srgbClr val="EAF2F0"/>
                </a:solidFill>
              </a:defRPr>
            </a:lvl8pPr>
            <a:lvl9pPr>
              <a:defRPr sz="1200" b="1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EAF2F0"/>
                </a:solidFill>
              </a:defRPr>
            </a:pPr>
            <a:r>
              <a:rPr sz="1200" b="1">
                <a:solidFill>
                  <a:srgbClr val="EAF2F0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84E13-953C-42D8-AA79-4922283C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FFFFFF"/>
                </a:solidFill>
              </a:defRPr>
            </a:defPPr>
            <a:lvl1pPr>
              <a:defRPr sz="3225" b="1">
                <a:solidFill>
                  <a:srgbClr val="FFFFFF"/>
                </a:solidFill>
              </a:defRPr>
            </a:lvl1pPr>
            <a:lvl2pPr>
              <a:defRPr sz="3225" b="1">
                <a:solidFill>
                  <a:srgbClr val="FFFFFF"/>
                </a:solidFill>
              </a:defRPr>
            </a:lvl2pPr>
            <a:lvl3pPr>
              <a:defRPr sz="3225" b="1">
                <a:solidFill>
                  <a:srgbClr val="FFFFFF"/>
                </a:solidFill>
              </a:defRPr>
            </a:lvl3pPr>
            <a:lvl4pPr>
              <a:defRPr sz="3225" b="1">
                <a:solidFill>
                  <a:srgbClr val="FFFFFF"/>
                </a:solidFill>
              </a:defRPr>
            </a:lvl4pPr>
            <a:lvl5pPr>
              <a:defRPr sz="3225" b="1">
                <a:solidFill>
                  <a:srgbClr val="FFFFFF"/>
                </a:solidFill>
              </a:defRPr>
            </a:lvl5pPr>
            <a:lvl6pPr>
              <a:defRPr sz="3225" b="1">
                <a:solidFill>
                  <a:srgbClr val="FFFFFF"/>
                </a:solidFill>
              </a:defRPr>
            </a:lvl6pPr>
            <a:lvl7pPr>
              <a:defRPr sz="3225" b="1">
                <a:solidFill>
                  <a:srgbClr val="FFFFFF"/>
                </a:solidFill>
              </a:defRPr>
            </a:lvl7pPr>
            <a:lvl8pPr>
              <a:defRPr sz="3225" b="1">
                <a:solidFill>
                  <a:srgbClr val="FFFFFF"/>
                </a:solidFill>
              </a:defRPr>
            </a:lvl8pPr>
            <a:lvl9pPr>
              <a:defRPr sz="32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测试记录可以回溯到用例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3A3B2-AD22-451C-91B7-968928A4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8C10A-468E-4EDE-8465-8430B61C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B1C6C9"/>
                </a:solidFill>
              </a:defRPr>
            </a:defPPr>
            <a:lvl1pPr>
              <a:defRPr sz="975" b="0">
                <a:solidFill>
                  <a:srgbClr val="B1C6C9"/>
                </a:solidFill>
              </a:defRPr>
            </a:lvl1pPr>
            <a:lvl2pPr>
              <a:defRPr sz="975" b="0">
                <a:solidFill>
                  <a:srgbClr val="B1C6C9"/>
                </a:solidFill>
              </a:defRPr>
            </a:lvl2pPr>
            <a:lvl3pPr>
              <a:defRPr sz="975" b="0">
                <a:solidFill>
                  <a:srgbClr val="B1C6C9"/>
                </a:solidFill>
              </a:defRPr>
            </a:lvl3pPr>
            <a:lvl4pPr>
              <a:defRPr sz="975" b="0">
                <a:solidFill>
                  <a:srgbClr val="B1C6C9"/>
                </a:solidFill>
              </a:defRPr>
            </a:lvl4pPr>
            <a:lvl5pPr>
              <a:defRPr sz="975" b="0">
                <a:solidFill>
                  <a:srgbClr val="B1C6C9"/>
                </a:solidFill>
              </a:defRPr>
            </a:lvl5pPr>
            <a:lvl6pPr>
              <a:defRPr sz="975" b="0">
                <a:solidFill>
                  <a:srgbClr val="B1C6C9"/>
                </a:solidFill>
              </a:defRPr>
            </a:lvl6pPr>
            <a:lvl7pPr>
              <a:defRPr sz="975" b="0">
                <a:solidFill>
                  <a:srgbClr val="B1C6C9"/>
                </a:solidFill>
              </a:defRPr>
            </a:lvl7pPr>
            <a:lvl8pPr>
              <a:defRPr sz="975" b="0">
                <a:solidFill>
                  <a:srgbClr val="B1C6C9"/>
                </a:solidFill>
              </a:defRPr>
            </a:lvl8pPr>
            <a:lvl9pPr>
              <a:defRPr sz="975" b="0">
                <a:solidFill>
                  <a:srgbClr val="B1C6C9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B1C6C9"/>
                </a:solidFill>
              </a:defRPr>
            </a:pPr>
            <a:r>
              <a:rPr sz="975" b="0">
                <a:solidFill>
                  <a:srgbClr val="B1C6C9"/>
                </a:solidFill>
              </a:rPr>
              <a:t>PDF Extractor · Part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0939C-EF7D-42B5-9C5F-166CE2BF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5095875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7BC24-E238-42E5-ACCA-14834B9B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57425"/>
            <a:ext cx="5095875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5520E-17B4-4421-9C45-07D43160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2887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7050" b="1">
                <a:solidFill>
                  <a:srgbClr val="FFFFFF"/>
                </a:solidFill>
              </a:defRPr>
            </a:defPPr>
            <a:lvl1pPr>
              <a:defRPr sz="7050" b="1">
                <a:solidFill>
                  <a:srgbClr val="FFFFFF"/>
                </a:solidFill>
              </a:defRPr>
            </a:lvl1pPr>
            <a:lvl2pPr>
              <a:defRPr sz="7050" b="1">
                <a:solidFill>
                  <a:srgbClr val="FFFFFF"/>
                </a:solidFill>
              </a:defRPr>
            </a:lvl2pPr>
            <a:lvl3pPr>
              <a:defRPr sz="7050" b="1">
                <a:solidFill>
                  <a:srgbClr val="FFFFFF"/>
                </a:solidFill>
              </a:defRPr>
            </a:lvl3pPr>
            <a:lvl4pPr>
              <a:defRPr sz="7050" b="1">
                <a:solidFill>
                  <a:srgbClr val="FFFFFF"/>
                </a:solidFill>
              </a:defRPr>
            </a:lvl4pPr>
            <a:lvl5pPr>
              <a:defRPr sz="7050" b="1">
                <a:solidFill>
                  <a:srgbClr val="FFFFFF"/>
                </a:solidFill>
              </a:defRPr>
            </a:lvl5pPr>
            <a:lvl6pPr>
              <a:defRPr sz="7050" b="1">
                <a:solidFill>
                  <a:srgbClr val="FFFFFF"/>
                </a:solidFill>
              </a:defRPr>
            </a:lvl6pPr>
            <a:lvl7pPr>
              <a:defRPr sz="7050" b="1">
                <a:solidFill>
                  <a:srgbClr val="FFFFFF"/>
                </a:solidFill>
              </a:defRPr>
            </a:lvl7pPr>
            <a:lvl8pPr>
              <a:defRPr sz="7050" b="1">
                <a:solidFill>
                  <a:srgbClr val="FFFFFF"/>
                </a:solidFill>
              </a:defRPr>
            </a:lvl8pPr>
            <a:lvl9pPr>
              <a:defRPr sz="70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7050" b="1">
                <a:solidFill>
                  <a:srgbClr val="FFFFFF"/>
                </a:solidFill>
              </a:defRPr>
            </a:pPr>
            <a:r>
              <a:rPr sz="7050" b="1">
                <a:solidFill>
                  <a:srgbClr val="FFFFFF"/>
                </a:solidFill>
              </a:rPr>
              <a:t>93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9A5F9-0C05-4E9B-BA86-6043DE8F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86175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EAF2F0"/>
                </a:solidFill>
              </a:defRPr>
            </a:defPPr>
            <a:lvl1pPr>
              <a:defRPr sz="1725" b="0">
                <a:solidFill>
                  <a:srgbClr val="EAF2F0"/>
                </a:solidFill>
              </a:defRPr>
            </a:lvl1pPr>
            <a:lvl2pPr>
              <a:defRPr sz="1725" b="0">
                <a:solidFill>
                  <a:srgbClr val="EAF2F0"/>
                </a:solidFill>
              </a:defRPr>
            </a:lvl2pPr>
            <a:lvl3pPr>
              <a:defRPr sz="1725" b="0">
                <a:solidFill>
                  <a:srgbClr val="EAF2F0"/>
                </a:solidFill>
              </a:defRPr>
            </a:lvl3pPr>
            <a:lvl4pPr>
              <a:defRPr sz="1725" b="0">
                <a:solidFill>
                  <a:srgbClr val="EAF2F0"/>
                </a:solidFill>
              </a:defRPr>
            </a:lvl4pPr>
            <a:lvl5pPr>
              <a:defRPr sz="1725" b="0">
                <a:solidFill>
                  <a:srgbClr val="EAF2F0"/>
                </a:solidFill>
              </a:defRPr>
            </a:lvl5pPr>
            <a:lvl6pPr>
              <a:defRPr sz="1725" b="0">
                <a:solidFill>
                  <a:srgbClr val="EAF2F0"/>
                </a:solidFill>
              </a:defRPr>
            </a:lvl6pPr>
            <a:lvl7pPr>
              <a:defRPr sz="1725" b="0">
                <a:solidFill>
                  <a:srgbClr val="EAF2F0"/>
                </a:solidFill>
              </a:defRPr>
            </a:lvl7pPr>
            <a:lvl8pPr>
              <a:defRPr sz="1725" b="0">
                <a:solidFill>
                  <a:srgbClr val="EAF2F0"/>
                </a:solidFill>
              </a:defRPr>
            </a:lvl8pPr>
            <a:lvl9pPr>
              <a:defRPr sz="172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EAF2F0"/>
                </a:solidFill>
              </a:defRPr>
            </a:pPr>
            <a:r>
              <a:rPr sz="1725" b="0">
                <a:solidFill>
                  <a:srgbClr val="EAF2F0"/>
                </a:solidFill>
              </a:rPr>
              <a:t>JUnit 实例 · 失败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90ED8-14F5-464D-B4A8-BE03B4E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2887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7050" b="1">
                <a:solidFill>
                  <a:srgbClr val="FFFFFF"/>
                </a:solidFill>
              </a:defRPr>
            </a:defPPr>
            <a:lvl1pPr>
              <a:defRPr sz="7050" b="1">
                <a:solidFill>
                  <a:srgbClr val="FFFFFF"/>
                </a:solidFill>
              </a:defRPr>
            </a:lvl1pPr>
            <a:lvl2pPr>
              <a:defRPr sz="7050" b="1">
                <a:solidFill>
                  <a:srgbClr val="FFFFFF"/>
                </a:solidFill>
              </a:defRPr>
            </a:lvl2pPr>
            <a:lvl3pPr>
              <a:defRPr sz="7050" b="1">
                <a:solidFill>
                  <a:srgbClr val="FFFFFF"/>
                </a:solidFill>
              </a:defRPr>
            </a:lvl3pPr>
            <a:lvl4pPr>
              <a:defRPr sz="7050" b="1">
                <a:solidFill>
                  <a:srgbClr val="FFFFFF"/>
                </a:solidFill>
              </a:defRPr>
            </a:lvl4pPr>
            <a:lvl5pPr>
              <a:defRPr sz="7050" b="1">
                <a:solidFill>
                  <a:srgbClr val="FFFFFF"/>
                </a:solidFill>
              </a:defRPr>
            </a:lvl5pPr>
            <a:lvl6pPr>
              <a:defRPr sz="7050" b="1">
                <a:solidFill>
                  <a:srgbClr val="FFFFFF"/>
                </a:solidFill>
              </a:defRPr>
            </a:lvl6pPr>
            <a:lvl7pPr>
              <a:defRPr sz="7050" b="1">
                <a:solidFill>
                  <a:srgbClr val="FFFFFF"/>
                </a:solidFill>
              </a:defRPr>
            </a:lvl7pPr>
            <a:lvl8pPr>
              <a:defRPr sz="7050" b="1">
                <a:solidFill>
                  <a:srgbClr val="FFFFFF"/>
                </a:solidFill>
              </a:defRPr>
            </a:lvl8pPr>
            <a:lvl9pPr>
              <a:defRPr sz="70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7050" b="1">
                <a:solidFill>
                  <a:srgbClr val="FFFFFF"/>
                </a:solidFill>
              </a:defRPr>
            </a:pPr>
            <a:r>
              <a:rPr sz="705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B57DA-B3BC-4B2E-92FC-6455E43A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86175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EAF2F0"/>
                </a:solidFill>
              </a:defRPr>
            </a:defPPr>
            <a:lvl1pPr>
              <a:defRPr sz="1725" b="0">
                <a:solidFill>
                  <a:srgbClr val="EAF2F0"/>
                </a:solidFill>
              </a:defRPr>
            </a:lvl1pPr>
            <a:lvl2pPr>
              <a:defRPr sz="1725" b="0">
                <a:solidFill>
                  <a:srgbClr val="EAF2F0"/>
                </a:solidFill>
              </a:defRPr>
            </a:lvl2pPr>
            <a:lvl3pPr>
              <a:defRPr sz="1725" b="0">
                <a:solidFill>
                  <a:srgbClr val="EAF2F0"/>
                </a:solidFill>
              </a:defRPr>
            </a:lvl3pPr>
            <a:lvl4pPr>
              <a:defRPr sz="1725" b="0">
                <a:solidFill>
                  <a:srgbClr val="EAF2F0"/>
                </a:solidFill>
              </a:defRPr>
            </a:lvl4pPr>
            <a:lvl5pPr>
              <a:defRPr sz="1725" b="0">
                <a:solidFill>
                  <a:srgbClr val="EAF2F0"/>
                </a:solidFill>
              </a:defRPr>
            </a:lvl5pPr>
            <a:lvl6pPr>
              <a:defRPr sz="1725" b="0">
                <a:solidFill>
                  <a:srgbClr val="EAF2F0"/>
                </a:solidFill>
              </a:defRPr>
            </a:lvl6pPr>
            <a:lvl7pPr>
              <a:defRPr sz="1725" b="0">
                <a:solidFill>
                  <a:srgbClr val="EAF2F0"/>
                </a:solidFill>
              </a:defRPr>
            </a:lvl7pPr>
            <a:lvl8pPr>
              <a:defRPr sz="1725" b="0">
                <a:solidFill>
                  <a:srgbClr val="EAF2F0"/>
                </a:solidFill>
              </a:defRPr>
            </a:lvl8pPr>
            <a:lvl9pPr>
              <a:defRPr sz="172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EAF2F0"/>
                </a:solidFill>
              </a:defRPr>
            </a:pPr>
            <a:r>
              <a:rPr sz="1725" b="0">
                <a:solidFill>
                  <a:srgbClr val="EAF2F0"/>
                </a:solidFill>
              </a:rPr>
              <a:t>浏览器用例 · 失败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59E46F-AEB7-421F-B94B-126FDB7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FFFFFF"/>
                </a:solidFill>
              </a:defRPr>
            </a:defPPr>
            <a:lvl1pPr>
              <a:defRPr sz="2100" b="0">
                <a:solidFill>
                  <a:srgbClr val="FFFFFF"/>
                </a:solidFill>
              </a:defRPr>
            </a:lvl1pPr>
            <a:lvl2pPr>
              <a:defRPr sz="2100" b="0">
                <a:solidFill>
                  <a:srgbClr val="FFFFFF"/>
                </a:solidFill>
              </a:defRPr>
            </a:lvl2pPr>
            <a:lvl3pPr>
              <a:defRPr sz="2100" b="0">
                <a:solidFill>
                  <a:srgbClr val="FFFFFF"/>
                </a:solidFill>
              </a:defRPr>
            </a:lvl3pPr>
            <a:lvl4pPr>
              <a:defRPr sz="2100" b="0">
                <a:solidFill>
                  <a:srgbClr val="FFFFFF"/>
                </a:solidFill>
              </a:defRPr>
            </a:lvl4pPr>
            <a:lvl5pPr>
              <a:defRPr sz="2100" b="0">
                <a:solidFill>
                  <a:srgbClr val="FFFFFF"/>
                </a:solidFill>
              </a:defRPr>
            </a:lvl5pPr>
            <a:lvl6pPr>
              <a:defRPr sz="2100" b="0">
                <a:solidFill>
                  <a:srgbClr val="FFFFFF"/>
                </a:solidFill>
              </a:defRPr>
            </a:lvl6pPr>
            <a:lvl7pPr>
              <a:defRPr sz="2100" b="0">
                <a:solidFill>
                  <a:srgbClr val="FFFFFF"/>
                </a:solidFill>
              </a:defRPr>
            </a:lvl7pPr>
            <a:lvl8pPr>
              <a:defRPr sz="2100" b="0">
                <a:solidFill>
                  <a:srgbClr val="FFFFFF"/>
                </a:solidFill>
              </a:defRPr>
            </a:lvl8pPr>
            <a:lvl9pPr>
              <a:defRPr sz="21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15 条完整测试记录  /  需求 → 实现 → 用例 → 证据</a:t>
            </a:r>
          </a:p>
        </p:txBody>
      </p:sp>
    </p:spTree>
    <p:extLst>
      <p:ext uri="{BB962C8B-B14F-4D97-AF65-F5344CB8AC3E}">
        <p14:creationId xmlns:p14="http://schemas.microsoft.com/office/powerpoint/2010/main" val="17148705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2A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056F81-D928-4658-BA0A-24DCA740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7A8B9-274B-49E6-9C3E-BD73C6CA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EAF2F0"/>
                </a:solidFill>
              </a:defRPr>
            </a:defPPr>
            <a:lvl1pPr>
              <a:defRPr sz="1200" b="1">
                <a:solidFill>
                  <a:srgbClr val="EAF2F0"/>
                </a:solidFill>
              </a:defRPr>
            </a:lvl1pPr>
            <a:lvl2pPr>
              <a:defRPr sz="1200" b="1">
                <a:solidFill>
                  <a:srgbClr val="EAF2F0"/>
                </a:solidFill>
              </a:defRPr>
            </a:lvl2pPr>
            <a:lvl3pPr>
              <a:defRPr sz="1200" b="1">
                <a:solidFill>
                  <a:srgbClr val="EAF2F0"/>
                </a:solidFill>
              </a:defRPr>
            </a:lvl3pPr>
            <a:lvl4pPr>
              <a:defRPr sz="1200" b="1">
                <a:solidFill>
                  <a:srgbClr val="EAF2F0"/>
                </a:solidFill>
              </a:defRPr>
            </a:lvl4pPr>
            <a:lvl5pPr>
              <a:defRPr sz="1200" b="1">
                <a:solidFill>
                  <a:srgbClr val="EAF2F0"/>
                </a:solidFill>
              </a:defRPr>
            </a:lvl5pPr>
            <a:lvl6pPr>
              <a:defRPr sz="1200" b="1">
                <a:solidFill>
                  <a:srgbClr val="EAF2F0"/>
                </a:solidFill>
              </a:defRPr>
            </a:lvl6pPr>
            <a:lvl7pPr>
              <a:defRPr sz="1200" b="1">
                <a:solidFill>
                  <a:srgbClr val="EAF2F0"/>
                </a:solidFill>
              </a:defRPr>
            </a:lvl7pPr>
            <a:lvl8pPr>
              <a:defRPr sz="1200" b="1">
                <a:solidFill>
                  <a:srgbClr val="EAF2F0"/>
                </a:solidFill>
              </a:defRPr>
            </a:lvl8pPr>
            <a:lvl9pPr>
              <a:defRPr sz="1200" b="1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EAF2F0"/>
                </a:solidFill>
              </a:defRPr>
            </a:pPr>
            <a:r>
              <a:rPr sz="1200" b="1">
                <a:solidFill>
                  <a:srgbClr val="EAF2F0"/>
                </a:solidFill>
              </a:rPr>
              <a:t>PDF EXTRACTOR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77047E-B628-4F51-87A1-C81E6DFC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EAF2F0"/>
                </a:solidFill>
              </a:defRPr>
            </a:defPPr>
            <a:lvl1pPr>
              <a:defRPr sz="1200" b="1">
                <a:solidFill>
                  <a:srgbClr val="EAF2F0"/>
                </a:solidFill>
              </a:defRPr>
            </a:lvl1pPr>
            <a:lvl2pPr>
              <a:defRPr sz="1200" b="1">
                <a:solidFill>
                  <a:srgbClr val="EAF2F0"/>
                </a:solidFill>
              </a:defRPr>
            </a:lvl2pPr>
            <a:lvl3pPr>
              <a:defRPr sz="1200" b="1">
                <a:solidFill>
                  <a:srgbClr val="EAF2F0"/>
                </a:solidFill>
              </a:defRPr>
            </a:lvl3pPr>
            <a:lvl4pPr>
              <a:defRPr sz="1200" b="1">
                <a:solidFill>
                  <a:srgbClr val="EAF2F0"/>
                </a:solidFill>
              </a:defRPr>
            </a:lvl4pPr>
            <a:lvl5pPr>
              <a:defRPr sz="1200" b="1">
                <a:solidFill>
                  <a:srgbClr val="EAF2F0"/>
                </a:solidFill>
              </a:defRPr>
            </a:lvl5pPr>
            <a:lvl6pPr>
              <a:defRPr sz="1200" b="1">
                <a:solidFill>
                  <a:srgbClr val="EAF2F0"/>
                </a:solidFill>
              </a:defRPr>
            </a:lvl6pPr>
            <a:lvl7pPr>
              <a:defRPr sz="1200" b="1">
                <a:solidFill>
                  <a:srgbClr val="EAF2F0"/>
                </a:solidFill>
              </a:defRPr>
            </a:lvl7pPr>
            <a:lvl8pPr>
              <a:defRPr sz="1200" b="1">
                <a:solidFill>
                  <a:srgbClr val="EAF2F0"/>
                </a:solidFill>
              </a:defRPr>
            </a:lvl8pPr>
            <a:lvl9pPr>
              <a:defRPr sz="1200" b="1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EAF2F0"/>
                </a:solidFill>
              </a:defRPr>
            </a:pPr>
            <a:r>
              <a:rPr sz="1200" b="1">
                <a:solidFill>
                  <a:srgbClr val="EAF2F0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2462D-F9DA-4CE1-AC28-00C61194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225" b="1">
                <a:solidFill>
                  <a:srgbClr val="FFFFFF"/>
                </a:solidFill>
              </a:defRPr>
            </a:defPPr>
            <a:lvl1pPr>
              <a:defRPr sz="3225" b="1">
                <a:solidFill>
                  <a:srgbClr val="FFFFFF"/>
                </a:solidFill>
              </a:defRPr>
            </a:lvl1pPr>
            <a:lvl2pPr>
              <a:defRPr sz="3225" b="1">
                <a:solidFill>
                  <a:srgbClr val="FFFFFF"/>
                </a:solidFill>
              </a:defRPr>
            </a:lvl2pPr>
            <a:lvl3pPr>
              <a:defRPr sz="3225" b="1">
                <a:solidFill>
                  <a:srgbClr val="FFFFFF"/>
                </a:solidFill>
              </a:defRPr>
            </a:lvl3pPr>
            <a:lvl4pPr>
              <a:defRPr sz="3225" b="1">
                <a:solidFill>
                  <a:srgbClr val="FFFFFF"/>
                </a:solidFill>
              </a:defRPr>
            </a:lvl4pPr>
            <a:lvl5pPr>
              <a:defRPr sz="3225" b="1">
                <a:solidFill>
                  <a:srgbClr val="FFFFFF"/>
                </a:solidFill>
              </a:defRPr>
            </a:lvl5pPr>
            <a:lvl6pPr>
              <a:defRPr sz="3225" b="1">
                <a:solidFill>
                  <a:srgbClr val="FFFFFF"/>
                </a:solidFill>
              </a:defRPr>
            </a:lvl6pPr>
            <a:lvl7pPr>
              <a:defRPr sz="3225" b="1">
                <a:solidFill>
                  <a:srgbClr val="FFFFFF"/>
                </a:solidFill>
              </a:defRPr>
            </a:lvl7pPr>
            <a:lvl8pPr>
              <a:defRPr sz="3225" b="1">
                <a:solidFill>
                  <a:srgbClr val="FFFFFF"/>
                </a:solidFill>
              </a:defRPr>
            </a:lvl8pPr>
            <a:lvl9pPr>
              <a:defRPr sz="32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本机运行入口与适用边界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147FC-4992-4A34-B007-1E2EC41D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280B4-56F5-4A56-9A26-163B2FA8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03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75" b="0">
                <a:solidFill>
                  <a:srgbClr val="B1C6C9"/>
                </a:solidFill>
              </a:defRPr>
            </a:defPPr>
            <a:lvl1pPr>
              <a:defRPr sz="975" b="0">
                <a:solidFill>
                  <a:srgbClr val="B1C6C9"/>
                </a:solidFill>
              </a:defRPr>
            </a:lvl1pPr>
            <a:lvl2pPr>
              <a:defRPr sz="975" b="0">
                <a:solidFill>
                  <a:srgbClr val="B1C6C9"/>
                </a:solidFill>
              </a:defRPr>
            </a:lvl2pPr>
            <a:lvl3pPr>
              <a:defRPr sz="975" b="0">
                <a:solidFill>
                  <a:srgbClr val="B1C6C9"/>
                </a:solidFill>
              </a:defRPr>
            </a:lvl3pPr>
            <a:lvl4pPr>
              <a:defRPr sz="975" b="0">
                <a:solidFill>
                  <a:srgbClr val="B1C6C9"/>
                </a:solidFill>
              </a:defRPr>
            </a:lvl4pPr>
            <a:lvl5pPr>
              <a:defRPr sz="975" b="0">
                <a:solidFill>
                  <a:srgbClr val="B1C6C9"/>
                </a:solidFill>
              </a:defRPr>
            </a:lvl5pPr>
            <a:lvl6pPr>
              <a:defRPr sz="975" b="0">
                <a:solidFill>
                  <a:srgbClr val="B1C6C9"/>
                </a:solidFill>
              </a:defRPr>
            </a:lvl6pPr>
            <a:lvl7pPr>
              <a:defRPr sz="975" b="0">
                <a:solidFill>
                  <a:srgbClr val="B1C6C9"/>
                </a:solidFill>
              </a:defRPr>
            </a:lvl7pPr>
            <a:lvl8pPr>
              <a:defRPr sz="975" b="0">
                <a:solidFill>
                  <a:srgbClr val="B1C6C9"/>
                </a:solidFill>
              </a:defRPr>
            </a:lvl8pPr>
            <a:lvl9pPr>
              <a:defRPr sz="975" b="0">
                <a:solidFill>
                  <a:srgbClr val="B1C6C9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B1C6C9"/>
                </a:solidFill>
              </a:defRPr>
            </a:pPr>
            <a:r>
              <a:rPr sz="975" b="0">
                <a:solidFill>
                  <a:srgbClr val="B1C6C9"/>
                </a:solidFill>
              </a:rPr>
              <a:t>PDF Extractor · Part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286EA-BF7E-4300-87D6-F5B81AE8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2552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5441F-2BE1-4F0C-88E5-745E1AEC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2552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69C99F-D4B1-48C7-8EC9-2DCFE669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114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</a:defRPr>
            </a:defPPr>
            <a:lvl1pPr>
              <a:defRPr sz="2175" b="1">
                <a:solidFill>
                  <a:srgbClr val="FFFFFF"/>
                </a:solidFill>
              </a:defRPr>
            </a:lvl1pPr>
            <a:lvl2pPr>
              <a:defRPr sz="2175" b="1">
                <a:solidFill>
                  <a:srgbClr val="FFFFFF"/>
                </a:solidFill>
              </a:defRPr>
            </a:lvl2pPr>
            <a:lvl3pPr>
              <a:defRPr sz="2175" b="1">
                <a:solidFill>
                  <a:srgbClr val="FFFFFF"/>
                </a:solidFill>
              </a:defRPr>
            </a:lvl3pPr>
            <a:lvl4pPr>
              <a:defRPr sz="2175" b="1">
                <a:solidFill>
                  <a:srgbClr val="FFFFFF"/>
                </a:solidFill>
              </a:defRPr>
            </a:lvl4pPr>
            <a:lvl5pPr>
              <a:defRPr sz="2175" b="1">
                <a:solidFill>
                  <a:srgbClr val="FFFFFF"/>
                </a:solidFill>
              </a:defRPr>
            </a:lvl5pPr>
            <a:lvl6pPr>
              <a:defRPr sz="2175" b="1">
                <a:solidFill>
                  <a:srgbClr val="FFFFFF"/>
                </a:solidFill>
              </a:defRPr>
            </a:lvl6pPr>
            <a:lvl7pPr>
              <a:defRPr sz="2175" b="1">
                <a:solidFill>
                  <a:srgbClr val="FFFFFF"/>
                </a:solidFill>
              </a:defRPr>
            </a:lvl7pPr>
            <a:lvl8pPr>
              <a:defRPr sz="2175" b="1">
                <a:solidFill>
                  <a:srgbClr val="FFFFFF"/>
                </a:solidFill>
              </a:defRPr>
            </a:lvl8pPr>
            <a:lvl9pPr>
              <a:defRPr sz="21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前端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D65C4-896B-4297-B084-DB9773A8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48025"/>
            <a:ext cx="2114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EAF2F0"/>
                </a:solidFill>
              </a:defRPr>
            </a:defPPr>
            <a:lvl1pPr>
              <a:defRPr sz="1575" b="0">
                <a:solidFill>
                  <a:srgbClr val="EAF2F0"/>
                </a:solidFill>
              </a:defRPr>
            </a:lvl1pPr>
            <a:lvl2pPr>
              <a:defRPr sz="1575" b="0">
                <a:solidFill>
                  <a:srgbClr val="EAF2F0"/>
                </a:solidFill>
              </a:defRPr>
            </a:lvl2pPr>
            <a:lvl3pPr>
              <a:defRPr sz="1575" b="0">
                <a:solidFill>
                  <a:srgbClr val="EAF2F0"/>
                </a:solidFill>
              </a:defRPr>
            </a:lvl3pPr>
            <a:lvl4pPr>
              <a:defRPr sz="1575" b="0">
                <a:solidFill>
                  <a:srgbClr val="EAF2F0"/>
                </a:solidFill>
              </a:defRPr>
            </a:lvl4pPr>
            <a:lvl5pPr>
              <a:defRPr sz="1575" b="0">
                <a:solidFill>
                  <a:srgbClr val="EAF2F0"/>
                </a:solidFill>
              </a:defRPr>
            </a:lvl5pPr>
            <a:lvl6pPr>
              <a:defRPr sz="1575" b="0">
                <a:solidFill>
                  <a:srgbClr val="EAF2F0"/>
                </a:solidFill>
              </a:defRPr>
            </a:lvl6pPr>
            <a:lvl7pPr>
              <a:defRPr sz="1575" b="0">
                <a:solidFill>
                  <a:srgbClr val="EAF2F0"/>
                </a:solidFill>
              </a:defRPr>
            </a:lvl7pPr>
            <a:lvl8pPr>
              <a:defRPr sz="1575" b="0">
                <a:solidFill>
                  <a:srgbClr val="EAF2F0"/>
                </a:solidFill>
              </a:defRPr>
            </a:lvl8pPr>
            <a:lvl9pPr>
              <a:defRPr sz="157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AF2F0"/>
                </a:solidFill>
              </a:defRPr>
            </a:pPr>
            <a:r>
              <a:rPr sz="1575" b="0">
                <a:solidFill>
                  <a:srgbClr val="EAF2F0"/>
                </a:solidFill>
              </a:rPr>
              <a:t>Vue 3 · Vite 构建文件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027E9-F39D-404D-9DD0-7E630CDE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38375"/>
            <a:ext cx="2552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185982-3A02-437D-A545-A94AD951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38375"/>
            <a:ext cx="2552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B388DA-CEEC-40F4-953C-3C463173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52700"/>
            <a:ext cx="2114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</a:defRPr>
            </a:defPPr>
            <a:lvl1pPr>
              <a:defRPr sz="2175" b="1">
                <a:solidFill>
                  <a:srgbClr val="FFFFFF"/>
                </a:solidFill>
              </a:defRPr>
            </a:lvl1pPr>
            <a:lvl2pPr>
              <a:defRPr sz="2175" b="1">
                <a:solidFill>
                  <a:srgbClr val="FFFFFF"/>
                </a:solidFill>
              </a:defRPr>
            </a:lvl2pPr>
            <a:lvl3pPr>
              <a:defRPr sz="2175" b="1">
                <a:solidFill>
                  <a:srgbClr val="FFFFFF"/>
                </a:solidFill>
              </a:defRPr>
            </a:lvl3pPr>
            <a:lvl4pPr>
              <a:defRPr sz="2175" b="1">
                <a:solidFill>
                  <a:srgbClr val="FFFFFF"/>
                </a:solidFill>
              </a:defRPr>
            </a:lvl4pPr>
            <a:lvl5pPr>
              <a:defRPr sz="2175" b="1">
                <a:solidFill>
                  <a:srgbClr val="FFFFFF"/>
                </a:solidFill>
              </a:defRPr>
            </a:lvl5pPr>
            <a:lvl6pPr>
              <a:defRPr sz="2175" b="1">
                <a:solidFill>
                  <a:srgbClr val="FFFFFF"/>
                </a:solidFill>
              </a:defRPr>
            </a:lvl6pPr>
            <a:lvl7pPr>
              <a:defRPr sz="2175" b="1">
                <a:solidFill>
                  <a:srgbClr val="FFFFFF"/>
                </a:solidFill>
              </a:defRPr>
            </a:lvl7pPr>
            <a:lvl8pPr>
              <a:defRPr sz="2175" b="1">
                <a:solidFill>
                  <a:srgbClr val="FFFFFF"/>
                </a:solidFill>
              </a:defRPr>
            </a:lvl8pPr>
            <a:lvl9pPr>
              <a:defRPr sz="21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网关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08FA8A-4326-4792-8F80-AE460431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48025"/>
            <a:ext cx="2114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EAF2F0"/>
                </a:solidFill>
              </a:defRPr>
            </a:defPPr>
            <a:lvl1pPr>
              <a:defRPr sz="1575" b="0">
                <a:solidFill>
                  <a:srgbClr val="EAF2F0"/>
                </a:solidFill>
              </a:defRPr>
            </a:lvl1pPr>
            <a:lvl2pPr>
              <a:defRPr sz="1575" b="0">
                <a:solidFill>
                  <a:srgbClr val="EAF2F0"/>
                </a:solidFill>
              </a:defRPr>
            </a:lvl2pPr>
            <a:lvl3pPr>
              <a:defRPr sz="1575" b="0">
                <a:solidFill>
                  <a:srgbClr val="EAF2F0"/>
                </a:solidFill>
              </a:defRPr>
            </a:lvl3pPr>
            <a:lvl4pPr>
              <a:defRPr sz="1575" b="0">
                <a:solidFill>
                  <a:srgbClr val="EAF2F0"/>
                </a:solidFill>
              </a:defRPr>
            </a:lvl4pPr>
            <a:lvl5pPr>
              <a:defRPr sz="1575" b="0">
                <a:solidFill>
                  <a:srgbClr val="EAF2F0"/>
                </a:solidFill>
              </a:defRPr>
            </a:lvl5pPr>
            <a:lvl6pPr>
              <a:defRPr sz="1575" b="0">
                <a:solidFill>
                  <a:srgbClr val="EAF2F0"/>
                </a:solidFill>
              </a:defRPr>
            </a:lvl6pPr>
            <a:lvl7pPr>
              <a:defRPr sz="1575" b="0">
                <a:solidFill>
                  <a:srgbClr val="EAF2F0"/>
                </a:solidFill>
              </a:defRPr>
            </a:lvl7pPr>
            <a:lvl8pPr>
              <a:defRPr sz="1575" b="0">
                <a:solidFill>
                  <a:srgbClr val="EAF2F0"/>
                </a:solidFill>
              </a:defRPr>
            </a:lvl8pPr>
            <a:lvl9pPr>
              <a:defRPr sz="157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AF2F0"/>
                </a:solidFill>
              </a:defRPr>
            </a:pPr>
            <a:r>
              <a:rPr sz="1575" b="0">
                <a:solidFill>
                  <a:srgbClr val="EAF2F0"/>
                </a:solidFill>
              </a:rPr>
              <a:t>Nginx · 同源 5173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E8AB0-3355-4419-95D1-EED2C74D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38375"/>
            <a:ext cx="2552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800E7-0143-4B89-AC2D-42CC4109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38375"/>
            <a:ext cx="2552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B4CE5D-7822-479F-A294-03CABF1B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2114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</a:defRPr>
            </a:defPPr>
            <a:lvl1pPr>
              <a:defRPr sz="2175" b="1">
                <a:solidFill>
                  <a:srgbClr val="FFFFFF"/>
                </a:solidFill>
              </a:defRPr>
            </a:lvl1pPr>
            <a:lvl2pPr>
              <a:defRPr sz="2175" b="1">
                <a:solidFill>
                  <a:srgbClr val="FFFFFF"/>
                </a:solidFill>
              </a:defRPr>
            </a:lvl2pPr>
            <a:lvl3pPr>
              <a:defRPr sz="2175" b="1">
                <a:solidFill>
                  <a:srgbClr val="FFFFFF"/>
                </a:solidFill>
              </a:defRPr>
            </a:lvl3pPr>
            <a:lvl4pPr>
              <a:defRPr sz="2175" b="1">
                <a:solidFill>
                  <a:srgbClr val="FFFFFF"/>
                </a:solidFill>
              </a:defRPr>
            </a:lvl4pPr>
            <a:lvl5pPr>
              <a:defRPr sz="2175" b="1">
                <a:solidFill>
                  <a:srgbClr val="FFFFFF"/>
                </a:solidFill>
              </a:defRPr>
            </a:lvl5pPr>
            <a:lvl6pPr>
              <a:defRPr sz="2175" b="1">
                <a:solidFill>
                  <a:srgbClr val="FFFFFF"/>
                </a:solidFill>
              </a:defRPr>
            </a:lvl6pPr>
            <a:lvl7pPr>
              <a:defRPr sz="2175" b="1">
                <a:solidFill>
                  <a:srgbClr val="FFFFFF"/>
                </a:solidFill>
              </a:defRPr>
            </a:lvl7pPr>
            <a:lvl8pPr>
              <a:defRPr sz="2175" b="1">
                <a:solidFill>
                  <a:srgbClr val="FFFFFF"/>
                </a:solidFill>
              </a:defRPr>
            </a:lvl8pPr>
            <a:lvl9pPr>
              <a:defRPr sz="21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后端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910B8-3BB2-4792-B03A-816BA4A7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48025"/>
            <a:ext cx="2114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EAF2F0"/>
                </a:solidFill>
              </a:defRPr>
            </a:defPPr>
            <a:lvl1pPr>
              <a:defRPr sz="1575" b="0">
                <a:solidFill>
                  <a:srgbClr val="EAF2F0"/>
                </a:solidFill>
              </a:defRPr>
            </a:lvl1pPr>
            <a:lvl2pPr>
              <a:defRPr sz="1575" b="0">
                <a:solidFill>
                  <a:srgbClr val="EAF2F0"/>
                </a:solidFill>
              </a:defRPr>
            </a:lvl2pPr>
            <a:lvl3pPr>
              <a:defRPr sz="1575" b="0">
                <a:solidFill>
                  <a:srgbClr val="EAF2F0"/>
                </a:solidFill>
              </a:defRPr>
            </a:lvl3pPr>
            <a:lvl4pPr>
              <a:defRPr sz="1575" b="0">
                <a:solidFill>
                  <a:srgbClr val="EAF2F0"/>
                </a:solidFill>
              </a:defRPr>
            </a:lvl4pPr>
            <a:lvl5pPr>
              <a:defRPr sz="1575" b="0">
                <a:solidFill>
                  <a:srgbClr val="EAF2F0"/>
                </a:solidFill>
              </a:defRPr>
            </a:lvl5pPr>
            <a:lvl6pPr>
              <a:defRPr sz="1575" b="0">
                <a:solidFill>
                  <a:srgbClr val="EAF2F0"/>
                </a:solidFill>
              </a:defRPr>
            </a:lvl6pPr>
            <a:lvl7pPr>
              <a:defRPr sz="1575" b="0">
                <a:solidFill>
                  <a:srgbClr val="EAF2F0"/>
                </a:solidFill>
              </a:defRPr>
            </a:lvl7pPr>
            <a:lvl8pPr>
              <a:defRPr sz="1575" b="0">
                <a:solidFill>
                  <a:srgbClr val="EAF2F0"/>
                </a:solidFill>
              </a:defRPr>
            </a:lvl8pPr>
            <a:lvl9pPr>
              <a:defRPr sz="157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AF2F0"/>
                </a:solidFill>
              </a:defRPr>
            </a:pPr>
            <a:r>
              <a:rPr sz="1575" b="0">
                <a:solidFill>
                  <a:srgbClr val="EAF2F0"/>
                </a:solidFill>
              </a:rPr>
              <a:t>Spring Boot · Java 21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CFAFFB-F29A-40E0-9A3A-50C1B843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38375"/>
            <a:ext cx="2552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65AAE-33C8-4444-B816-5A29F335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38375"/>
            <a:ext cx="2552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0D75E2-7DEE-4AB6-969B-32FD8E24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52700"/>
            <a:ext cx="2114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</a:defRPr>
            </a:defPPr>
            <a:lvl1pPr>
              <a:defRPr sz="2175" b="1">
                <a:solidFill>
                  <a:srgbClr val="FFFFFF"/>
                </a:solidFill>
              </a:defRPr>
            </a:lvl1pPr>
            <a:lvl2pPr>
              <a:defRPr sz="2175" b="1">
                <a:solidFill>
                  <a:srgbClr val="FFFFFF"/>
                </a:solidFill>
              </a:defRPr>
            </a:lvl2pPr>
            <a:lvl3pPr>
              <a:defRPr sz="2175" b="1">
                <a:solidFill>
                  <a:srgbClr val="FFFFFF"/>
                </a:solidFill>
              </a:defRPr>
            </a:lvl3pPr>
            <a:lvl4pPr>
              <a:defRPr sz="2175" b="1">
                <a:solidFill>
                  <a:srgbClr val="FFFFFF"/>
                </a:solidFill>
              </a:defRPr>
            </a:lvl4pPr>
            <a:lvl5pPr>
              <a:defRPr sz="2175" b="1">
                <a:solidFill>
                  <a:srgbClr val="FFFFFF"/>
                </a:solidFill>
              </a:defRPr>
            </a:lvl5pPr>
            <a:lvl6pPr>
              <a:defRPr sz="2175" b="1">
                <a:solidFill>
                  <a:srgbClr val="FFFFFF"/>
                </a:solidFill>
              </a:defRPr>
            </a:lvl6pPr>
            <a:lvl7pPr>
              <a:defRPr sz="2175" b="1">
                <a:solidFill>
                  <a:srgbClr val="FFFFFF"/>
                </a:solidFill>
              </a:defRPr>
            </a:lvl7pPr>
            <a:lvl8pPr>
              <a:defRPr sz="2175" b="1">
                <a:solidFill>
                  <a:srgbClr val="FFFFFF"/>
                </a:solidFill>
              </a:defRPr>
            </a:lvl8pPr>
            <a:lvl9pPr>
              <a:defRPr sz="21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支撑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A7D488-C27D-4BA8-AC3E-FFD6E903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48025"/>
            <a:ext cx="2114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EAF2F0"/>
                </a:solidFill>
              </a:defRPr>
            </a:defPPr>
            <a:lvl1pPr>
              <a:defRPr sz="1575" b="0">
                <a:solidFill>
                  <a:srgbClr val="EAF2F0"/>
                </a:solidFill>
              </a:defRPr>
            </a:lvl1pPr>
            <a:lvl2pPr>
              <a:defRPr sz="1575" b="0">
                <a:solidFill>
                  <a:srgbClr val="EAF2F0"/>
                </a:solidFill>
              </a:defRPr>
            </a:lvl2pPr>
            <a:lvl3pPr>
              <a:defRPr sz="1575" b="0">
                <a:solidFill>
                  <a:srgbClr val="EAF2F0"/>
                </a:solidFill>
              </a:defRPr>
            </a:lvl3pPr>
            <a:lvl4pPr>
              <a:defRPr sz="1575" b="0">
                <a:solidFill>
                  <a:srgbClr val="EAF2F0"/>
                </a:solidFill>
              </a:defRPr>
            </a:lvl4pPr>
            <a:lvl5pPr>
              <a:defRPr sz="1575" b="0">
                <a:solidFill>
                  <a:srgbClr val="EAF2F0"/>
                </a:solidFill>
              </a:defRPr>
            </a:lvl5pPr>
            <a:lvl6pPr>
              <a:defRPr sz="1575" b="0">
                <a:solidFill>
                  <a:srgbClr val="EAF2F0"/>
                </a:solidFill>
              </a:defRPr>
            </a:lvl6pPr>
            <a:lvl7pPr>
              <a:defRPr sz="1575" b="0">
                <a:solidFill>
                  <a:srgbClr val="EAF2F0"/>
                </a:solidFill>
              </a:defRPr>
            </a:lvl7pPr>
            <a:lvl8pPr>
              <a:defRPr sz="1575" b="0">
                <a:solidFill>
                  <a:srgbClr val="EAF2F0"/>
                </a:solidFill>
              </a:defRPr>
            </a:lvl8pPr>
            <a:lvl9pPr>
              <a:defRPr sz="157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AF2F0"/>
                </a:solidFill>
              </a:defRPr>
            </a:pPr>
            <a:r>
              <a:rPr sz="1575" b="0">
                <a:solidFill>
                  <a:srgbClr val="EAF2F0"/>
                </a:solidFill>
              </a:rPr>
              <a:t>PostgreSQL / Redis / RabbitMQ / Elasticsearch / S3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048950-68F2-407B-995F-2E03F8A5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单 PDF ≤50 MiB · ≤200 页 · 同时处理 2 项 · 输出 ≤200 MiB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5DE3BE-7CF2-426B-BD08-CFC8B410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EAF2F0"/>
                </a:solidFill>
              </a:defRPr>
            </a:defPPr>
            <a:lvl1pPr>
              <a:defRPr sz="1575" b="0">
                <a:solidFill>
                  <a:srgbClr val="EAF2F0"/>
                </a:solidFill>
              </a:defRPr>
            </a:lvl1pPr>
            <a:lvl2pPr>
              <a:defRPr sz="1575" b="0">
                <a:solidFill>
                  <a:srgbClr val="EAF2F0"/>
                </a:solidFill>
              </a:defRPr>
            </a:lvl2pPr>
            <a:lvl3pPr>
              <a:defRPr sz="1575" b="0">
                <a:solidFill>
                  <a:srgbClr val="EAF2F0"/>
                </a:solidFill>
              </a:defRPr>
            </a:lvl3pPr>
            <a:lvl4pPr>
              <a:defRPr sz="1575" b="0">
                <a:solidFill>
                  <a:srgbClr val="EAF2F0"/>
                </a:solidFill>
              </a:defRPr>
            </a:lvl4pPr>
            <a:lvl5pPr>
              <a:defRPr sz="1575" b="0">
                <a:solidFill>
                  <a:srgbClr val="EAF2F0"/>
                </a:solidFill>
              </a:defRPr>
            </a:lvl5pPr>
            <a:lvl6pPr>
              <a:defRPr sz="1575" b="0">
                <a:solidFill>
                  <a:srgbClr val="EAF2F0"/>
                </a:solidFill>
              </a:defRPr>
            </a:lvl6pPr>
            <a:lvl7pPr>
              <a:defRPr sz="1575" b="0">
                <a:solidFill>
                  <a:srgbClr val="EAF2F0"/>
                </a:solidFill>
              </a:defRPr>
            </a:lvl7pPr>
            <a:lvl8pPr>
              <a:defRPr sz="1575" b="0">
                <a:solidFill>
                  <a:srgbClr val="EAF2F0"/>
                </a:solidFill>
              </a:defRPr>
            </a:lvl8pPr>
            <a:lvl9pPr>
              <a:defRPr sz="1575" b="0">
                <a:solidFill>
                  <a:srgbClr val="EAF2F0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AF2F0"/>
                </a:solidFill>
              </a:defRPr>
            </a:pPr>
            <a:r>
              <a:rPr sz="1575" b="0">
                <a:solidFill>
                  <a:srgbClr val="EAF2F0"/>
                </a:solidFill>
              </a:rPr>
              <a:t>启动：workbench.cmd start   状态：status   停止：stop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1364F0-07DD-4D3C-B345-964DDBD8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B1C6C9"/>
                </a:solidFill>
              </a:defRPr>
            </a:defPPr>
            <a:lvl1pPr>
              <a:defRPr sz="1275" b="0">
                <a:solidFill>
                  <a:srgbClr val="B1C6C9"/>
                </a:solidFill>
              </a:defRPr>
            </a:lvl1pPr>
            <a:lvl2pPr>
              <a:defRPr sz="1275" b="0">
                <a:solidFill>
                  <a:srgbClr val="B1C6C9"/>
                </a:solidFill>
              </a:defRPr>
            </a:lvl2pPr>
            <a:lvl3pPr>
              <a:defRPr sz="1275" b="0">
                <a:solidFill>
                  <a:srgbClr val="B1C6C9"/>
                </a:solidFill>
              </a:defRPr>
            </a:lvl3pPr>
            <a:lvl4pPr>
              <a:defRPr sz="1275" b="0">
                <a:solidFill>
                  <a:srgbClr val="B1C6C9"/>
                </a:solidFill>
              </a:defRPr>
            </a:lvl4pPr>
            <a:lvl5pPr>
              <a:defRPr sz="1275" b="0">
                <a:solidFill>
                  <a:srgbClr val="B1C6C9"/>
                </a:solidFill>
              </a:defRPr>
            </a:lvl5pPr>
            <a:lvl6pPr>
              <a:defRPr sz="1275" b="0">
                <a:solidFill>
                  <a:srgbClr val="B1C6C9"/>
                </a:solidFill>
              </a:defRPr>
            </a:lvl6pPr>
            <a:lvl7pPr>
              <a:defRPr sz="1275" b="0">
                <a:solidFill>
                  <a:srgbClr val="B1C6C9"/>
                </a:solidFill>
              </a:defRPr>
            </a:lvl7pPr>
            <a:lvl8pPr>
              <a:defRPr sz="1275" b="0">
                <a:solidFill>
                  <a:srgbClr val="B1C6C9"/>
                </a:solidFill>
              </a:defRPr>
            </a:lvl8pPr>
            <a:lvl9pPr>
              <a:defRPr sz="1275" b="0">
                <a:solidFill>
                  <a:srgbClr val="B1C6C9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1C6C9"/>
                </a:solidFill>
              </a:defRPr>
            </a:pPr>
            <a:r>
              <a:rPr sz="1275" b="0">
                <a:solidFill>
                  <a:srgbClr val="B1C6C9"/>
                </a:solidFill>
              </a:rPr>
              <a:t>公网部署需 TLS、可信代理、最小权限与配套备份。</a:t>
            </a:r>
          </a:p>
        </p:txBody>
      </p:sp>
    </p:spTree>
    <p:extLst>
      <p:ext uri="{BB962C8B-B14F-4D97-AF65-F5344CB8AC3E}">
        <p14:creationId xmlns:p14="http://schemas.microsoft.com/office/powerpoint/2010/main" val="1652100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2026-10-23T04:59:00.0040000Z</dcterms:created>
  <dcterms:modified xsi:type="dcterms:W3CDTF">2026-10-23T04:59:00.0040000Z</dcterms:modified>
</coreProperties>
</file>