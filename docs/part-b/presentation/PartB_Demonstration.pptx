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8c919d181f4fc2" /><Relationship Type="http://schemas.openxmlformats.org/officeDocument/2006/relationships/extended-properties" Target="/docProps/app.xml" Id="R82df08ae61614a01" /><Relationship Type="http://schemas.openxmlformats.org/officeDocument/2006/relationships/officeDocument" Target="/ppt/presentation.xml" Id="Re781f037d1dd47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1c66e460b495c"/>
  </p:sldMasterIdLst>
  <p:notesMasterIdLst>
    <p:notesMasterId xmlns:r="http://schemas.openxmlformats.org/officeDocument/2006/relationships" r:id="Rd5ffb2564d6a488a"/>
  </p:notesMasterIdLst>
  <p:sldIdLst>
    <p:sldId xmlns:r="http://schemas.openxmlformats.org/officeDocument/2006/relationships" id="256" r:id="R397da96ffb024bb2"/>
    <p:sldId xmlns:r="http://schemas.openxmlformats.org/officeDocument/2006/relationships" id="257" r:id="R33fff146ac534493"/>
    <p:sldId xmlns:r="http://schemas.openxmlformats.org/officeDocument/2006/relationships" id="258" r:id="Raa4c338d31724a1d"/>
    <p:sldId xmlns:r="http://schemas.openxmlformats.org/officeDocument/2006/relationships" id="259" r:id="Ra8611bb5a3014bd5"/>
    <p:sldId xmlns:r="http://schemas.openxmlformats.org/officeDocument/2006/relationships" id="260" r:id="Rd03f79292840463b"/>
    <p:sldId xmlns:r="http://schemas.openxmlformats.org/officeDocument/2006/relationships" id="261" r:id="R4d3578916f884d32"/>
    <p:sldId xmlns:r="http://schemas.openxmlformats.org/officeDocument/2006/relationships" id="262" r:id="R7f2f14684fb3449c"/>
    <p:sldId xmlns:r="http://schemas.openxmlformats.org/officeDocument/2006/relationships" id="263" r:id="R7abae74cc1044434"/>
    <p:sldId xmlns:r="http://schemas.openxmlformats.org/officeDocument/2006/relationships" id="264" r:id="R37609c0e897341c8"/>
    <p:sldId xmlns:r="http://schemas.openxmlformats.org/officeDocument/2006/relationships" id="265" r:id="Rce423ab258444140"/>
    <p:sldId xmlns:r="http://schemas.openxmlformats.org/officeDocument/2006/relationships" id="266" r:id="R74a3b4954a9f453a"/>
    <p:sldId xmlns:r="http://schemas.openxmlformats.org/officeDocument/2006/relationships" id="267" r:id="R4342231384274a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10048ffd9146d5" /><Relationship Type="http://schemas.openxmlformats.org/officeDocument/2006/relationships/slideMaster" Target="/ppt/slideMasters/slideMaster1.xml" Id="R5421c66e460b495c" /><Relationship Type="http://schemas.openxmlformats.org/officeDocument/2006/relationships/notesMaster" Target="/ppt/notesMasters/notesMaster1.xml" Id="Rd5ffb2564d6a488a" /><Relationship Type="http://schemas.openxmlformats.org/officeDocument/2006/relationships/presProps" Target="/ppt/presProps.xml" Id="Rb29a082b76b842eb" /><Relationship Type="http://schemas.openxmlformats.org/officeDocument/2006/relationships/tableStyles" Target="/ppt/tableStyles.xml" Id="Rf82e5a5b8f534f98" /><Relationship Type="http://schemas.openxmlformats.org/officeDocument/2006/relationships/slide" Target="/ppt/slides/slide1.xml" Id="R397da96ffb024bb2" /><Relationship Type="http://schemas.openxmlformats.org/officeDocument/2006/relationships/slide" Target="/ppt/slides/slide2.xml" Id="R33fff146ac534493" /><Relationship Type="http://schemas.openxmlformats.org/officeDocument/2006/relationships/slide" Target="/ppt/slides/slide3.xml" Id="Raa4c338d31724a1d" /><Relationship Type="http://schemas.openxmlformats.org/officeDocument/2006/relationships/slide" Target="/ppt/slides/slide4.xml" Id="Ra8611bb5a3014bd5" /><Relationship Type="http://schemas.openxmlformats.org/officeDocument/2006/relationships/slide" Target="/ppt/slides/slide5.xml" Id="Rd03f79292840463b" /><Relationship Type="http://schemas.openxmlformats.org/officeDocument/2006/relationships/slide" Target="/ppt/slides/slide6.xml" Id="R4d3578916f884d32" /><Relationship Type="http://schemas.openxmlformats.org/officeDocument/2006/relationships/slide" Target="/ppt/slides/slide7.xml" Id="R7f2f14684fb3449c" /><Relationship Type="http://schemas.openxmlformats.org/officeDocument/2006/relationships/slide" Target="/ppt/slides/slide8.xml" Id="R7abae74cc1044434" /><Relationship Type="http://schemas.openxmlformats.org/officeDocument/2006/relationships/slide" Target="/ppt/slides/slide9.xml" Id="R37609c0e897341c8" /><Relationship Type="http://schemas.openxmlformats.org/officeDocument/2006/relationships/slide" Target="/ppt/slides/slide10.xml" Id="Rce423ab258444140" /><Relationship Type="http://schemas.openxmlformats.org/officeDocument/2006/relationships/slide" Target="/ppt/slides/slide11.xml" Id="R74a3b4954a9f453a" /><Relationship Type="http://schemas.openxmlformats.org/officeDocument/2006/relationships/slide" Target="/ppt/slides/slide12.xml" Id="R4342231384274a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a8d3821c14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7d9829e53a40c0" /><Relationship Type="http://schemas.openxmlformats.org/officeDocument/2006/relationships/notesMaster" Target="/ppt/notesMasters/notesMaster1.xml" Id="Rba23c405d0ea4f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8e611157304fb9" /><Relationship Type="http://schemas.openxmlformats.org/officeDocument/2006/relationships/notesMaster" Target="/ppt/notesMasters/notesMaster1.xml" Id="R9fa5cd3cce0348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da722f09ce4aa0" /><Relationship Type="http://schemas.openxmlformats.org/officeDocument/2006/relationships/notesMaster" Target="/ppt/notesMasters/notesMaster1.xml" Id="R663fb3acc58044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59b2a8beed4e28" /><Relationship Type="http://schemas.openxmlformats.org/officeDocument/2006/relationships/notesMaster" Target="/ppt/notesMasters/notesMaster1.xml" Id="Rb1bc4598a66442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9f78aa14924f09" /><Relationship Type="http://schemas.openxmlformats.org/officeDocument/2006/relationships/notesMaster" Target="/ppt/notesMasters/notesMaster1.xml" Id="Rea575b9f2d7449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48453ca89649f9" /><Relationship Type="http://schemas.openxmlformats.org/officeDocument/2006/relationships/notesMaster" Target="/ppt/notesMasters/notesMaster1.xml" Id="R544cd7216f904c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731e2331e04424" /><Relationship Type="http://schemas.openxmlformats.org/officeDocument/2006/relationships/notesMaster" Target="/ppt/notesMasters/notesMaster1.xml" Id="R655029e2c7c84c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7cab38fe344991" /><Relationship Type="http://schemas.openxmlformats.org/officeDocument/2006/relationships/notesMaster" Target="/ppt/notesMasters/notesMaster1.xml" Id="R3bb525981b1140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25dd5b9cde428d" /><Relationship Type="http://schemas.openxmlformats.org/officeDocument/2006/relationships/notesMaster" Target="/ppt/notesMasters/notesMaster1.xml" Id="R9e2c155f339046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0eb4f2cd3e4728" /><Relationship Type="http://schemas.openxmlformats.org/officeDocument/2006/relationships/notesMaster" Target="/ppt/notesMasters/notesMaster1.xml" Id="R3c8fdb23d1fc46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c4a551d2f64fc2" /><Relationship Type="http://schemas.openxmlformats.org/officeDocument/2006/relationships/notesMaster" Target="/ppt/notesMasters/notesMaster1.xml" Id="R784434044e3749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e8a167a13a4c86" /><Relationship Type="http://schemas.openxmlformats.org/officeDocument/2006/relationships/notesMaster" Target="/ppt/notesMasters/notesMaster1.xml" Id="Rac1e387595014f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说明演示范围：文本、表格、图片、加密、签名和水印。</a:t>
            </a:r>
          </a:p>
          <a:p xmlns:a="http://schemas.openxmlformats.org/drawingml/2006/main">
            <a:r>
              <a:t>依据：docs/part-b/PartB_Submission.docx §1.1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 api-sample.pdf，切换文本、表格、图片，确认原文件无需重复上传。</a:t>
            </a:r>
          </a:p>
          <a:p xmlns:a="http://schemas.openxmlformats.org/drawingml/2006/main">
            <a:r>
              <a:t>依据：docs/part-b/diagrams/wnd.json；frontend/src/router/index.ts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区分基础同步 PDF 工具与独立 Worker。PostgreSQL、Redis、RabbitMQ、Elasticsearch 为共享支撑组件，不称核心正则检索依赖 Elasticsearch。</a:t>
            </a:r>
          </a:p>
          <a:p xmlns:a="http://schemas.openxmlformats.org/drawingml/2006/main">
            <a:r>
              <a:t>依据：docs/part-b/PartB_Submission.docx §1.2.1；service/PdfService.java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在文本面板运行提取并展示 Alpha/42，再按 report 检索。</a:t>
            </a:r>
          </a:p>
          <a:p xmlns:a="http://schemas.openxmlformats.org/drawingml/2006/main">
            <a:r>
              <a:t>依据：docs/part-b/evidence/core-junit.xml；docs/part-b/evidence/02-text.png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 api-sample.pdf 在表格面板核对行列，点击导出 CSV。</a:t>
            </a:r>
          </a:p>
          <a:p xmlns:a="http://schemas.openxmlformats.org/drawingml/2006/main">
            <a:r>
              <a:t>依据：PdfTableUtilsTest；docs/part-b/evidence/03-table.png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演示部分图片不可转换时的反馈，再查看 ZIP 的清单和可解码图片。</a:t>
            </a:r>
          </a:p>
          <a:p xmlns:a="http://schemas.openxmlformats.org/drawingml/2006/main">
            <a:r>
              <a:t>依据：PdfImageUtilsTest；PdfApiTest.reportsPartialImageExportsWithRawFilesAndDiagnostics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展示用户口令、所有者口令及三个权限开关；打开输出副本核对权限。</a:t>
            </a:r>
          </a:p>
          <a:p xmlns:a="http://schemas.openxmlformats.org/drawingml/2006/main">
            <a:r>
              <a:t>依据：PdfEncryptionUtilsTest.encryptsWithIndependentPermissions；Part B TC05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 signed.pdf 验签，说明 VALID 与 TRUSTED 含义不同，再确认移除并查看 removed.pdf。</a:t>
            </a:r>
          </a:p>
          <a:p xmlns:a="http://schemas.openxmlformats.org/drawingml/2006/main">
            <a:r>
              <a:t>依据：PdfSignatureUtilsTest；docs/part-b/evidence/signed.pdf；removed.pdf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演示中文文字水印，比较输入与输出；说明另一页未新增水印。</a:t>
            </a:r>
          </a:p>
          <a:p xmlns:a="http://schemas.openxmlformats.org/drawingml/2006/main">
            <a:r>
              <a:t>依据：PdfWatermarkUtilsTest.writesChineseOnSelectedPageAndPreservesOtherPage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分别展示非法页码、缺少密码、无图片结果和未知签名类型。</a:t>
            </a:r>
          </a:p>
          <a:p xmlns:a="http://schemas.openxmlformats.org/drawingml/2006/main">
            <a:r>
              <a:t>依据：PdfApiTest.distinguishesBusinessErrorsAndReturnsCoreProperties；docs/part-b/evidence/core-unknown-revision.png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core-junit.xml 中对应方法、14 条记录、实际截图与证据 SHA-256。</a:t>
            </a:r>
          </a:p>
          <a:p xmlns:a="http://schemas.openxmlformats.org/drawingml/2006/main">
            <a:r>
              <a:t>依据：docs/part-b/evidence/junit-summary.txt；browser-summary.txt；manifest.json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说明本机启动顺序与对公网部署的独立配置要求；现场仅使用本机服务。</a:t>
            </a:r>
          </a:p>
          <a:p xmlns:a="http://schemas.openxmlformats.org/drawingml/2006/main">
            <a:r>
              <a:t>依据：deploy/README.md；backend/src/main/resources/application.yml；docs/part-b/PartB_Submission.docx §1.6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8f24a11ea47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9f2edf0c041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62181e2db45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e9673981a4e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31df26dba48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e72f908d244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A834EB-AB74-4B0E-A821-6140D2866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A1AE2B-FF57-4BB0-9995-445F205310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1E3F2F-A364-41AC-9CEC-43A659516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AE4F5E-07FD-4F94-8FA1-8E87D9D7C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2D36DC-F755-45E8-869F-F19BC1468E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117B38-1F7B-4C79-97C7-9074EABBC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EED8EE-C78A-4A31-A5DF-A0829BD2D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E156CE-AD35-4199-8B0E-03E2F169EC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F54FC4-9C23-4808-9F15-8DA91F51B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26FD56-67C8-4D52-8DFF-453F9B4084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c747f9cfa94939" /><Relationship Type="http://schemas.openxmlformats.org/officeDocument/2006/relationships/slideLayout" Target="/ppt/slideLayouts/slideLayout1.xml" Id="R101a4cd5fa01437a" /><Relationship Type="http://schemas.openxmlformats.org/officeDocument/2006/relationships/slideLayout" Target="/ppt/slideLayouts/slideLayout2.xml" Id="Raef95686574c4db4" /><Relationship Type="http://schemas.openxmlformats.org/officeDocument/2006/relationships/slideLayout" Target="/ppt/slideLayouts/slideLayout3.xml" Id="R1602ee157992467b" /><Relationship Type="http://schemas.openxmlformats.org/officeDocument/2006/relationships/slideLayout" Target="/ppt/slideLayouts/slideLayout4.xml" Id="R1c309766c34c4932" /><Relationship Type="http://schemas.openxmlformats.org/officeDocument/2006/relationships/slideLayout" Target="/ppt/slideLayouts/slideLayout5.xml" Id="R765ead084cda4f5b" /><Relationship Type="http://schemas.openxmlformats.org/officeDocument/2006/relationships/slideLayout" Target="/ppt/slideLayouts/slideLayout6.xml" Id="Rd11de29da3b346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1a4cd5fa01437a"/>
    <p:sldLayoutId xmlns:r="http://schemas.openxmlformats.org/officeDocument/2006/relationships" id="2147483650" r:id="Raef95686574c4db4"/>
    <p:sldLayoutId xmlns:r="http://schemas.openxmlformats.org/officeDocument/2006/relationships" id="2147483651" r:id="R1602ee157992467b"/>
    <p:sldLayoutId xmlns:r="http://schemas.openxmlformats.org/officeDocument/2006/relationships" id="2147483652" r:id="R1c309766c34c4932"/>
    <p:sldLayoutId xmlns:r="http://schemas.openxmlformats.org/officeDocument/2006/relationships" id="2147483653" r:id="R765ead084cda4f5b"/>
    <p:sldLayoutId xmlns:r="http://schemas.openxmlformats.org/officeDocument/2006/relationships" id="2147483654" r:id="Rd11de29da3b346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6f602b10547e9" /><Relationship Type="http://schemas.openxmlformats.org/officeDocument/2006/relationships/notesSlide" Target="/ppt/notesSlides/notesSlide1.xml" Id="R416ee5a126cc40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2c38e44664496" /><Relationship Type="http://schemas.openxmlformats.org/officeDocument/2006/relationships/image" Target="/ppt/media/image.png" Id="R5591ed900ae847f3" /><Relationship Type="http://schemas.openxmlformats.org/officeDocument/2006/relationships/notesSlide" Target="/ppt/notesSlides/notesSlide2.xml" Id="Rd64bd254483941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826a68c394d06" /><Relationship Type="http://schemas.openxmlformats.org/officeDocument/2006/relationships/image" Target="/ppt/media/image2.png" Id="R5948523891b04d28" /><Relationship Type="http://schemas.openxmlformats.org/officeDocument/2006/relationships/notesSlide" Target="/ppt/notesSlides/notesSlide3.xml" Id="Rbfb191698d2a4f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0f41321874a63" /><Relationship Type="http://schemas.openxmlformats.org/officeDocument/2006/relationships/image" Target="/ppt/media/image3.png" Id="R2b46e2ffa8294590" /><Relationship Type="http://schemas.openxmlformats.org/officeDocument/2006/relationships/notesSlide" Target="/ppt/notesSlides/notesSlide4.xml" Id="R34c6c8788def4f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bfbc67c094f60" /><Relationship Type="http://schemas.openxmlformats.org/officeDocument/2006/relationships/image" Target="/ppt/media/image4.png" Id="Rabec1c5d2fd44c2d" /><Relationship Type="http://schemas.openxmlformats.org/officeDocument/2006/relationships/notesSlide" Target="/ppt/notesSlides/notesSlide5.xml" Id="Rc7479838136b4c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ed0503bd140a5" /><Relationship Type="http://schemas.openxmlformats.org/officeDocument/2006/relationships/image" Target="/ppt/media/image5.png" Id="Ra2402fc6602045be" /><Relationship Type="http://schemas.openxmlformats.org/officeDocument/2006/relationships/notesSlide" Target="/ppt/notesSlides/notesSlide6.xml" Id="Rf67156c5763a43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d20168189474f" /><Relationship Type="http://schemas.openxmlformats.org/officeDocument/2006/relationships/notesSlide" Target="/ppt/notesSlides/notesSlide7.xml" Id="Rcb58cc2432504e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0c8bcbfeb4f80" /><Relationship Type="http://schemas.openxmlformats.org/officeDocument/2006/relationships/image" Target="/ppt/media/image6.png" Id="Rc80969a552314428" /><Relationship Type="http://schemas.openxmlformats.org/officeDocument/2006/relationships/notesSlide" Target="/ppt/notesSlides/notesSlide8.xml" Id="R976ab91e80ed4f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8b0dd91524fff" /><Relationship Type="http://schemas.openxmlformats.org/officeDocument/2006/relationships/image" Target="/ppt/media/image7.png" Id="Rae55ed608e5e4fc0" /><Relationship Type="http://schemas.openxmlformats.org/officeDocument/2006/relationships/notesSlide" Target="/ppt/notesSlides/notesSlide9.xml" Id="R125b61c6e58942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093e2378e4153" /><Relationship Type="http://schemas.openxmlformats.org/officeDocument/2006/relationships/image" Target="/ppt/media/image8.png" Id="Rff73e16bf47d462d" /><Relationship Type="http://schemas.openxmlformats.org/officeDocument/2006/relationships/notesSlide" Target="/ppt/notesSlides/notesSlide10.xml" Id="R2ab98f21e59145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bc3f613894bcb" /><Relationship Type="http://schemas.openxmlformats.org/officeDocument/2006/relationships/notesSlide" Target="/ppt/notesSlides/notesSlide11.xml" Id="R1eb994d0007448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367c7692e477b" /><Relationship Type="http://schemas.openxmlformats.org/officeDocument/2006/relationships/notesSlide" Target="/ppt/notesSlides/notesSlide12.xml" Id="R577df8f65b2141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A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2612D-6C95-42AF-B7CB-D19DEBCE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55256-562A-4461-91D2-3D41E5C2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858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9B8DE-72EE-4634-8257-233F0B4C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025" b="1">
                <a:solidFill>
                  <a:srgbClr val="FFFFFF"/>
                </a:solidFill>
              </a:defRPr>
            </a:defPPr>
            <a:lvl1pPr>
              <a:defRPr sz="5025" b="1">
                <a:solidFill>
                  <a:srgbClr val="FFFFFF"/>
                </a:solidFill>
              </a:defRPr>
            </a:lvl1pPr>
            <a:lvl2pPr>
              <a:defRPr sz="5025" b="1">
                <a:solidFill>
                  <a:srgbClr val="FFFFFF"/>
                </a:solidFill>
              </a:defRPr>
            </a:lvl2pPr>
            <a:lvl3pPr>
              <a:defRPr sz="5025" b="1">
                <a:solidFill>
                  <a:srgbClr val="FFFFFF"/>
                </a:solidFill>
              </a:defRPr>
            </a:lvl3pPr>
            <a:lvl4pPr>
              <a:defRPr sz="5025" b="1">
                <a:solidFill>
                  <a:srgbClr val="FFFFFF"/>
                </a:solidFill>
              </a:defRPr>
            </a:lvl4pPr>
            <a:lvl5pPr>
              <a:defRPr sz="5025" b="1">
                <a:solidFill>
                  <a:srgbClr val="FFFFFF"/>
                </a:solidFill>
              </a:defRPr>
            </a:lvl5pPr>
            <a:lvl6pPr>
              <a:defRPr sz="5025" b="1">
                <a:solidFill>
                  <a:srgbClr val="FFFFFF"/>
                </a:solidFill>
              </a:defRPr>
            </a:lvl6pPr>
            <a:lvl7pPr>
              <a:defRPr sz="5025" b="1">
                <a:solidFill>
                  <a:srgbClr val="FFFFFF"/>
                </a:solidFill>
              </a:defRPr>
            </a:lvl7pPr>
            <a:lvl8pPr>
              <a:defRPr sz="5025" b="1">
                <a:solidFill>
                  <a:srgbClr val="FFFFFF"/>
                </a:solidFill>
              </a:defRPr>
            </a:lvl8pPr>
            <a:lvl9pPr>
              <a:defRPr sz="5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FFFFFF"/>
                </a:solidFill>
              </a:defRPr>
            </a:pPr>
            <a:r>
              <a:rPr sz="5025" b="1">
                <a:solidFill>
                  <a:srgbClr val="FFFFFF"/>
                </a:solidFill>
              </a:rPr>
              <a:t>PDF Extractor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830EA-94C1-4180-ABA9-49A520B3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EAF2F0"/>
                </a:solidFill>
              </a:defRPr>
            </a:defPPr>
            <a:lvl1pPr>
              <a:defRPr sz="2775" b="0">
                <a:solidFill>
                  <a:srgbClr val="EAF2F0"/>
                </a:solidFill>
              </a:defRPr>
            </a:lvl1pPr>
            <a:lvl2pPr>
              <a:defRPr sz="2775" b="0">
                <a:solidFill>
                  <a:srgbClr val="EAF2F0"/>
                </a:solidFill>
              </a:defRPr>
            </a:lvl2pPr>
            <a:lvl3pPr>
              <a:defRPr sz="2775" b="0">
                <a:solidFill>
                  <a:srgbClr val="EAF2F0"/>
                </a:solidFill>
              </a:defRPr>
            </a:lvl3pPr>
            <a:lvl4pPr>
              <a:defRPr sz="2775" b="0">
                <a:solidFill>
                  <a:srgbClr val="EAF2F0"/>
                </a:solidFill>
              </a:defRPr>
            </a:lvl4pPr>
            <a:lvl5pPr>
              <a:defRPr sz="2775" b="0">
                <a:solidFill>
                  <a:srgbClr val="EAF2F0"/>
                </a:solidFill>
              </a:defRPr>
            </a:lvl5pPr>
            <a:lvl6pPr>
              <a:defRPr sz="2775" b="0">
                <a:solidFill>
                  <a:srgbClr val="EAF2F0"/>
                </a:solidFill>
              </a:defRPr>
            </a:lvl6pPr>
            <a:lvl7pPr>
              <a:defRPr sz="2775" b="0">
                <a:solidFill>
                  <a:srgbClr val="EAF2F0"/>
                </a:solidFill>
              </a:defRPr>
            </a:lvl7pPr>
            <a:lvl8pPr>
              <a:defRPr sz="2775" b="0">
                <a:solidFill>
                  <a:srgbClr val="EAF2F0"/>
                </a:solidFill>
              </a:defRPr>
            </a:lvl8pPr>
            <a:lvl9pPr>
              <a:defRPr sz="2775" b="0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EAF2F0"/>
                </a:solidFill>
              </a:defRPr>
            </a:pPr>
            <a:r>
              <a:rPr sz="2775" b="0">
                <a:solidFill>
                  <a:srgbClr val="EAF2F0"/>
                </a:solidFill>
              </a:rPr>
              <a:t>PDF 文档提取、保护与修改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5DD19-5E98-4E5F-AEED-571C9263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B1C6C9"/>
                </a:solidFill>
              </a:defRPr>
            </a:defPPr>
            <a:lvl1pPr>
              <a:defRPr sz="1875" b="0">
                <a:solidFill>
                  <a:srgbClr val="B1C6C9"/>
                </a:solidFill>
              </a:defRPr>
            </a:lvl1pPr>
            <a:lvl2pPr>
              <a:defRPr sz="1875" b="0">
                <a:solidFill>
                  <a:srgbClr val="B1C6C9"/>
                </a:solidFill>
              </a:defRPr>
            </a:lvl2pPr>
            <a:lvl3pPr>
              <a:defRPr sz="1875" b="0">
                <a:solidFill>
                  <a:srgbClr val="B1C6C9"/>
                </a:solidFill>
              </a:defRPr>
            </a:lvl3pPr>
            <a:lvl4pPr>
              <a:defRPr sz="1875" b="0">
                <a:solidFill>
                  <a:srgbClr val="B1C6C9"/>
                </a:solidFill>
              </a:defRPr>
            </a:lvl4pPr>
            <a:lvl5pPr>
              <a:defRPr sz="1875" b="0">
                <a:solidFill>
                  <a:srgbClr val="B1C6C9"/>
                </a:solidFill>
              </a:defRPr>
            </a:lvl5pPr>
            <a:lvl6pPr>
              <a:defRPr sz="1875" b="0">
                <a:solidFill>
                  <a:srgbClr val="B1C6C9"/>
                </a:solidFill>
              </a:defRPr>
            </a:lvl6pPr>
            <a:lvl7pPr>
              <a:defRPr sz="1875" b="0">
                <a:solidFill>
                  <a:srgbClr val="B1C6C9"/>
                </a:solidFill>
              </a:defRPr>
            </a:lvl7pPr>
            <a:lvl8pPr>
              <a:defRPr sz="1875" b="0">
                <a:solidFill>
                  <a:srgbClr val="B1C6C9"/>
                </a:solidFill>
              </a:defRPr>
            </a:lvl8pPr>
            <a:lvl9pPr>
              <a:defRPr sz="1875" b="0">
                <a:solidFill>
                  <a:srgbClr val="B1C6C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1C6C9"/>
                </a:solidFill>
              </a:defRPr>
            </a:pPr>
            <a:r>
              <a:rPr sz="1875" b="0">
                <a:solidFill>
                  <a:srgbClr val="B1C6C9"/>
                </a:solidFill>
              </a:rPr>
              <a:t>功能原型与实际测试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39B5A-52FB-43C4-80F4-AA53FBF1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8D998-BC69-4460-B2FA-94285C99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Part B · 课堂演示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54222-15DF-4A67-9180-24DB60ED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6769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D4A65C"/>
                </a:solidFill>
              </a:defRPr>
            </a:defPPr>
            <a:lvl1pPr>
              <a:defRPr sz="1500" b="1">
                <a:solidFill>
                  <a:srgbClr val="D4A65C"/>
                </a:solidFill>
              </a:defRPr>
            </a:lvl1pPr>
            <a:lvl2pPr>
              <a:defRPr sz="1500" b="1">
                <a:solidFill>
                  <a:srgbClr val="D4A65C"/>
                </a:solidFill>
              </a:defRPr>
            </a:lvl2pPr>
            <a:lvl3pPr>
              <a:defRPr sz="1500" b="1">
                <a:solidFill>
                  <a:srgbClr val="D4A65C"/>
                </a:solidFill>
              </a:defRPr>
            </a:lvl3pPr>
            <a:lvl4pPr>
              <a:defRPr sz="1500" b="1">
                <a:solidFill>
                  <a:srgbClr val="D4A65C"/>
                </a:solidFill>
              </a:defRPr>
            </a:lvl4pPr>
            <a:lvl5pPr>
              <a:defRPr sz="1500" b="1">
                <a:solidFill>
                  <a:srgbClr val="D4A65C"/>
                </a:solidFill>
              </a:defRPr>
            </a:lvl5pPr>
            <a:lvl6pPr>
              <a:defRPr sz="1500" b="1">
                <a:solidFill>
                  <a:srgbClr val="D4A65C"/>
                </a:solidFill>
              </a:defRPr>
            </a:lvl6pPr>
            <a:lvl7pPr>
              <a:defRPr sz="1500" b="1">
                <a:solidFill>
                  <a:srgbClr val="D4A65C"/>
                </a:solidFill>
              </a:defRPr>
            </a:lvl7pPr>
            <a:lvl8pPr>
              <a:defRPr sz="1500" b="1">
                <a:solidFill>
                  <a:srgbClr val="D4A65C"/>
                </a:solidFill>
              </a:defRPr>
            </a:lvl8pPr>
            <a:lvl9pPr>
              <a:defRPr sz="1500" b="1">
                <a:solidFill>
                  <a:srgbClr val="D4A65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D4A65C"/>
                </a:solidFill>
              </a:defRPr>
            </a:pPr>
            <a:r>
              <a:rPr sz="1500" b="1">
                <a:solidFill>
                  <a:srgbClr val="D4A65C"/>
                </a:solidFill>
              </a:rPr>
              <a:t>12 页</a:t>
            </a:r>
          </a:p>
        </p:txBody>
      </p:sp>
    </p:spTree>
    <p:extLst>
      <p:ext uri="{BB962C8B-B14F-4D97-AF65-F5344CB8AC3E}">
        <p14:creationId xmlns:p14="http://schemas.microsoft.com/office/powerpoint/2010/main" val="1754226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9A41B-FA1A-42B5-82EF-895700F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8F8AE-AEAA-49B7-BFB2-D0F47CF5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27C61-5268-4F83-A72C-80C6672D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985DB-DD61-4566-9F4E-D7C33877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A38"/>
                </a:solidFill>
              </a:defRPr>
            </a:defPPr>
            <a:lvl1pPr>
              <a:defRPr sz="3225" b="1">
                <a:solidFill>
                  <a:srgbClr val="102A38"/>
                </a:solidFill>
              </a:defRPr>
            </a:lvl1pPr>
            <a:lvl2pPr>
              <a:defRPr sz="3225" b="1">
                <a:solidFill>
                  <a:srgbClr val="102A38"/>
                </a:solidFill>
              </a:defRPr>
            </a:lvl2pPr>
            <a:lvl3pPr>
              <a:defRPr sz="3225" b="1">
                <a:solidFill>
                  <a:srgbClr val="102A38"/>
                </a:solidFill>
              </a:defRPr>
            </a:lvl3pPr>
            <a:lvl4pPr>
              <a:defRPr sz="3225" b="1">
                <a:solidFill>
                  <a:srgbClr val="102A38"/>
                </a:solidFill>
              </a:defRPr>
            </a:lvl4pPr>
            <a:lvl5pPr>
              <a:defRPr sz="3225" b="1">
                <a:solidFill>
                  <a:srgbClr val="102A38"/>
                </a:solidFill>
              </a:defRPr>
            </a:lvl5pPr>
            <a:lvl6pPr>
              <a:defRPr sz="3225" b="1">
                <a:solidFill>
                  <a:srgbClr val="102A38"/>
                </a:solidFill>
              </a:defRPr>
            </a:lvl6pPr>
            <a:lvl7pPr>
              <a:defRPr sz="3225" b="1">
                <a:solidFill>
                  <a:srgbClr val="102A38"/>
                </a:solidFill>
              </a:defRPr>
            </a:lvl7pPr>
            <a:lvl8pPr>
              <a:defRPr sz="3225" b="1">
                <a:solidFill>
                  <a:srgbClr val="102A38"/>
                </a:solidFill>
              </a:defRPr>
            </a:lvl8pPr>
            <a:lvl9pPr>
              <a:defRPr sz="3225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A38"/>
                </a:solidFill>
              </a:defRPr>
            </a:pPr>
            <a:r>
              <a:rPr sz="3225" b="1">
                <a:solidFill>
                  <a:srgbClr val="102A38"/>
                </a:solidFill>
              </a:rPr>
              <a:t>一个文档，七类操作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60055-8739-47E4-8A77-98268808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0A007-5121-438D-94FB-B430E439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C6C70"/>
                </a:solidFill>
              </a:defRPr>
            </a:defPPr>
            <a:lvl1pPr>
              <a:defRPr sz="975" b="0">
                <a:solidFill>
                  <a:srgbClr val="5C6C70"/>
                </a:solidFill>
              </a:defRPr>
            </a:lvl1pPr>
            <a:lvl2pPr>
              <a:defRPr sz="975" b="0">
                <a:solidFill>
                  <a:srgbClr val="5C6C70"/>
                </a:solidFill>
              </a:defRPr>
            </a:lvl2pPr>
            <a:lvl3pPr>
              <a:defRPr sz="975" b="0">
                <a:solidFill>
                  <a:srgbClr val="5C6C70"/>
                </a:solidFill>
              </a:defRPr>
            </a:lvl3pPr>
            <a:lvl4pPr>
              <a:defRPr sz="975" b="0">
                <a:solidFill>
                  <a:srgbClr val="5C6C70"/>
                </a:solidFill>
              </a:defRPr>
            </a:lvl4pPr>
            <a:lvl5pPr>
              <a:defRPr sz="975" b="0">
                <a:solidFill>
                  <a:srgbClr val="5C6C70"/>
                </a:solidFill>
              </a:defRPr>
            </a:lvl5pPr>
            <a:lvl6pPr>
              <a:defRPr sz="975" b="0">
                <a:solidFill>
                  <a:srgbClr val="5C6C70"/>
                </a:solidFill>
              </a:defRPr>
            </a:lvl6pPr>
            <a:lvl7pPr>
              <a:defRPr sz="975" b="0">
                <a:solidFill>
                  <a:srgbClr val="5C6C70"/>
                </a:solidFill>
              </a:defRPr>
            </a:lvl7pPr>
            <a:lvl8pPr>
              <a:defRPr sz="975" b="0">
                <a:solidFill>
                  <a:srgbClr val="5C6C70"/>
                </a:solidFill>
              </a:defRPr>
            </a:lvl8pPr>
            <a:lvl9pPr>
              <a:defRPr sz="975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C70"/>
                </a:solidFill>
              </a:defRPr>
            </a:pPr>
            <a:r>
              <a:rPr sz="975" b="0">
                <a:solidFill>
                  <a:srgbClr val="5C6C70"/>
                </a:solidFill>
              </a:rPr>
              <a:t>PDF Extractor · Part B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61011-1380-416C-B892-7839E55D4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1ed900ae847f3"/>
          <a:stretch xmlns:a="http://schemas.openxmlformats.org/drawingml/2006/main"/>
        </p:blipFill>
        <p:spPr>
          <a:xfrm xmlns:a="http://schemas.openxmlformats.org/drawingml/2006/main">
            <a:off x="1703199" y="2095500"/>
            <a:ext cx="4689852" cy="3952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E1E52-2D62-43DA-BDDA-AD8797C4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8D4F7-CC8B-46E1-B039-F6BC2480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14575"/>
            <a:ext cx="3267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W00 → W01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AE733-8165-4CF3-847B-09712591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67000"/>
            <a:ext cx="3267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选择 PDF，预览并确定页码。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A6152-0F20-498F-9833-6937C825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71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1DB9D-0764-43DF-BD79-5FF1E79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3267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W02 → W08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F4A0-996C-4B9F-9AF2-68054544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838575"/>
            <a:ext cx="3267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在当前文档切换七类工具。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ED791-7373-44CC-97E3-15524629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43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2B643-B771-42EA-981F-88273CC4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57725"/>
            <a:ext cx="3267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W09 → W10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BF6C4-B166-4273-8D2E-3DAB174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10150"/>
            <a:ext cx="3267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查看结果或错误，修正后重试。</a:t>
            </a:r>
          </a:p>
        </p:txBody>
      </p:sp>
    </p:spTree>
    <p:extLst>
      <p:ext uri="{BB962C8B-B14F-4D97-AF65-F5344CB8AC3E}">
        <p14:creationId xmlns:p14="http://schemas.microsoft.com/office/powerpoint/2010/main" val="316591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7C892-6DC6-4FDA-B1D7-EB30AA0B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6C20B-D302-4E8C-9ACA-2916BCD9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19165-3942-4943-9D20-C2FB71CA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32FAE-0694-42B1-8437-3EDF28C1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A38"/>
                </a:solidFill>
              </a:defRPr>
            </a:defPPr>
            <a:lvl1pPr>
              <a:defRPr sz="3225" b="1">
                <a:solidFill>
                  <a:srgbClr val="102A38"/>
                </a:solidFill>
              </a:defRPr>
            </a:lvl1pPr>
            <a:lvl2pPr>
              <a:defRPr sz="3225" b="1">
                <a:solidFill>
                  <a:srgbClr val="102A38"/>
                </a:solidFill>
              </a:defRPr>
            </a:lvl2pPr>
            <a:lvl3pPr>
              <a:defRPr sz="3225" b="1">
                <a:solidFill>
                  <a:srgbClr val="102A38"/>
                </a:solidFill>
              </a:defRPr>
            </a:lvl3pPr>
            <a:lvl4pPr>
              <a:defRPr sz="3225" b="1">
                <a:solidFill>
                  <a:srgbClr val="102A38"/>
                </a:solidFill>
              </a:defRPr>
            </a:lvl4pPr>
            <a:lvl5pPr>
              <a:defRPr sz="3225" b="1">
                <a:solidFill>
                  <a:srgbClr val="102A38"/>
                </a:solidFill>
              </a:defRPr>
            </a:lvl5pPr>
            <a:lvl6pPr>
              <a:defRPr sz="3225" b="1">
                <a:solidFill>
                  <a:srgbClr val="102A38"/>
                </a:solidFill>
              </a:defRPr>
            </a:lvl6pPr>
            <a:lvl7pPr>
              <a:defRPr sz="3225" b="1">
                <a:solidFill>
                  <a:srgbClr val="102A38"/>
                </a:solidFill>
              </a:defRPr>
            </a:lvl7pPr>
            <a:lvl8pPr>
              <a:defRPr sz="3225" b="1">
                <a:solidFill>
                  <a:srgbClr val="102A38"/>
                </a:solidFill>
              </a:defRPr>
            </a:lvl8pPr>
            <a:lvl9pPr>
              <a:defRPr sz="3225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A38"/>
                </a:solidFill>
              </a:defRPr>
            </a:pPr>
            <a:r>
              <a:rPr sz="3225" b="1">
                <a:solidFill>
                  <a:srgbClr val="102A38"/>
                </a:solidFill>
              </a:rPr>
              <a:t>基础操作采用同步请求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F5F37-B00F-4A3B-AC69-A742F536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B5412-9C7D-45CF-A521-38B4F502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C6C70"/>
                </a:solidFill>
              </a:defRPr>
            </a:defPPr>
            <a:lvl1pPr>
              <a:defRPr sz="975" b="0">
                <a:solidFill>
                  <a:srgbClr val="5C6C70"/>
                </a:solidFill>
              </a:defRPr>
            </a:lvl1pPr>
            <a:lvl2pPr>
              <a:defRPr sz="975" b="0">
                <a:solidFill>
                  <a:srgbClr val="5C6C70"/>
                </a:solidFill>
              </a:defRPr>
            </a:lvl2pPr>
            <a:lvl3pPr>
              <a:defRPr sz="975" b="0">
                <a:solidFill>
                  <a:srgbClr val="5C6C70"/>
                </a:solidFill>
              </a:defRPr>
            </a:lvl3pPr>
            <a:lvl4pPr>
              <a:defRPr sz="975" b="0">
                <a:solidFill>
                  <a:srgbClr val="5C6C70"/>
                </a:solidFill>
              </a:defRPr>
            </a:lvl4pPr>
            <a:lvl5pPr>
              <a:defRPr sz="975" b="0">
                <a:solidFill>
                  <a:srgbClr val="5C6C70"/>
                </a:solidFill>
              </a:defRPr>
            </a:lvl5pPr>
            <a:lvl6pPr>
              <a:defRPr sz="975" b="0">
                <a:solidFill>
                  <a:srgbClr val="5C6C70"/>
                </a:solidFill>
              </a:defRPr>
            </a:lvl6pPr>
            <a:lvl7pPr>
              <a:defRPr sz="975" b="0">
                <a:solidFill>
                  <a:srgbClr val="5C6C70"/>
                </a:solidFill>
              </a:defRPr>
            </a:lvl7pPr>
            <a:lvl8pPr>
              <a:defRPr sz="975" b="0">
                <a:solidFill>
                  <a:srgbClr val="5C6C70"/>
                </a:solidFill>
              </a:defRPr>
            </a:lvl8pPr>
            <a:lvl9pPr>
              <a:defRPr sz="975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C70"/>
                </a:solidFill>
              </a:defRPr>
            </a:pPr>
            <a:r>
              <a:rPr sz="975" b="0">
                <a:solidFill>
                  <a:srgbClr val="5C6C70"/>
                </a:solidFill>
              </a:rPr>
              <a:t>PDF Extractor · Part B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84326-FE31-403F-A2FC-9B38E072FA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8523891b04d28"/>
          <a:stretch xmlns:a="http://schemas.openxmlformats.org/drawingml/2006/main"/>
        </p:blipFill>
        <p:spPr>
          <a:xfrm xmlns:a="http://schemas.openxmlformats.org/drawingml/2006/main">
            <a:off x="1660647" y="2162175"/>
            <a:ext cx="5308356" cy="3943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10FE2-E1DF-494E-BCDD-009E7E6B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47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AD41C-9DA9-4A8E-A761-09C4D643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6220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浏览器 + Nginx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F4A17-026B-408B-BA9E-1728EC8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14625"/>
            <a:ext cx="2981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静态文件和 API 使用同源入口。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B55E3-7206-4D7A-A4AE-301FB81A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4259C-F811-42B1-8A3F-53308225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71875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Windows Java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072CE-434A-48D8-8C35-34BE2B14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24300"/>
            <a:ext cx="2981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核心 PDF 运算仍在 Web JVM 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4C230-0A7A-4201-A886-136D170F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67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5DD11-5666-4EBF-A7AF-E976FD81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7815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后台服务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28F4D-A049-4FF6-BA70-B2E4B7B1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133975"/>
            <a:ext cx="2981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Worker 与持久任务独立运行。</a:t>
            </a:r>
          </a:p>
        </p:txBody>
      </p:sp>
    </p:spTree>
    <p:extLst>
      <p:ext uri="{BB962C8B-B14F-4D97-AF65-F5344CB8AC3E}">
        <p14:creationId xmlns:p14="http://schemas.microsoft.com/office/powerpoint/2010/main" val="622090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E5F1C-D879-46FA-BE6A-3CA45906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1777-C267-4D36-83A2-FD49E541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3FCA8-59E8-4FDC-9AE7-6F44F109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D2E91-360B-43BA-8494-E8A3E886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A38"/>
                </a:solidFill>
              </a:defRPr>
            </a:defPPr>
            <a:lvl1pPr>
              <a:defRPr sz="3225" b="1">
                <a:solidFill>
                  <a:srgbClr val="102A38"/>
                </a:solidFill>
              </a:defRPr>
            </a:lvl1pPr>
            <a:lvl2pPr>
              <a:defRPr sz="3225" b="1">
                <a:solidFill>
                  <a:srgbClr val="102A38"/>
                </a:solidFill>
              </a:defRPr>
            </a:lvl2pPr>
            <a:lvl3pPr>
              <a:defRPr sz="3225" b="1">
                <a:solidFill>
                  <a:srgbClr val="102A38"/>
                </a:solidFill>
              </a:defRPr>
            </a:lvl3pPr>
            <a:lvl4pPr>
              <a:defRPr sz="3225" b="1">
                <a:solidFill>
                  <a:srgbClr val="102A38"/>
                </a:solidFill>
              </a:defRPr>
            </a:lvl4pPr>
            <a:lvl5pPr>
              <a:defRPr sz="3225" b="1">
                <a:solidFill>
                  <a:srgbClr val="102A38"/>
                </a:solidFill>
              </a:defRPr>
            </a:lvl5pPr>
            <a:lvl6pPr>
              <a:defRPr sz="3225" b="1">
                <a:solidFill>
                  <a:srgbClr val="102A38"/>
                </a:solidFill>
              </a:defRPr>
            </a:lvl6pPr>
            <a:lvl7pPr>
              <a:defRPr sz="3225" b="1">
                <a:solidFill>
                  <a:srgbClr val="102A38"/>
                </a:solidFill>
              </a:defRPr>
            </a:lvl7pPr>
            <a:lvl8pPr>
              <a:defRPr sz="3225" b="1">
                <a:solidFill>
                  <a:srgbClr val="102A38"/>
                </a:solidFill>
              </a:defRPr>
            </a:lvl8pPr>
            <a:lvl9pPr>
              <a:defRPr sz="3225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A38"/>
                </a:solidFill>
              </a:defRPr>
            </a:pPr>
            <a:r>
              <a:rPr sz="3225" b="1">
                <a:solidFill>
                  <a:srgbClr val="102A38"/>
                </a:solidFill>
              </a:rPr>
              <a:t>文本、样式、位置与检索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B94B7-660E-433A-8469-9D71D146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36994-E6CE-4E40-8857-0E497DED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C6C70"/>
                </a:solidFill>
              </a:defRPr>
            </a:defPPr>
            <a:lvl1pPr>
              <a:defRPr sz="975" b="0">
                <a:solidFill>
                  <a:srgbClr val="5C6C70"/>
                </a:solidFill>
              </a:defRPr>
            </a:lvl1pPr>
            <a:lvl2pPr>
              <a:defRPr sz="975" b="0">
                <a:solidFill>
                  <a:srgbClr val="5C6C70"/>
                </a:solidFill>
              </a:defRPr>
            </a:lvl2pPr>
            <a:lvl3pPr>
              <a:defRPr sz="975" b="0">
                <a:solidFill>
                  <a:srgbClr val="5C6C70"/>
                </a:solidFill>
              </a:defRPr>
            </a:lvl3pPr>
            <a:lvl4pPr>
              <a:defRPr sz="975" b="0">
                <a:solidFill>
                  <a:srgbClr val="5C6C70"/>
                </a:solidFill>
              </a:defRPr>
            </a:lvl4pPr>
            <a:lvl5pPr>
              <a:defRPr sz="975" b="0">
                <a:solidFill>
                  <a:srgbClr val="5C6C70"/>
                </a:solidFill>
              </a:defRPr>
            </a:lvl5pPr>
            <a:lvl6pPr>
              <a:defRPr sz="975" b="0">
                <a:solidFill>
                  <a:srgbClr val="5C6C70"/>
                </a:solidFill>
              </a:defRPr>
            </a:lvl6pPr>
            <a:lvl7pPr>
              <a:defRPr sz="975" b="0">
                <a:solidFill>
                  <a:srgbClr val="5C6C70"/>
                </a:solidFill>
              </a:defRPr>
            </a:lvl7pPr>
            <a:lvl8pPr>
              <a:defRPr sz="975" b="0">
                <a:solidFill>
                  <a:srgbClr val="5C6C70"/>
                </a:solidFill>
              </a:defRPr>
            </a:lvl8pPr>
            <a:lvl9pPr>
              <a:defRPr sz="975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C70"/>
                </a:solidFill>
              </a:defRPr>
            </a:pPr>
            <a:r>
              <a:rPr sz="975" b="0">
                <a:solidFill>
                  <a:srgbClr val="5C6C70"/>
                </a:solidFill>
              </a:rPr>
              <a:t>PDF Extractor · Part B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708B5-9BBC-41C9-AFC9-80F1EE8BAE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6e2ffa8294590"/>
          <a:stretch xmlns:a="http://schemas.openxmlformats.org/drawingml/2006/main"/>
        </p:blipFill>
        <p:spPr>
          <a:xfrm xmlns:a="http://schemas.openxmlformats.org/drawingml/2006/main">
            <a:off x="1158621" y="2114550"/>
            <a:ext cx="6007608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BA511-B801-40F6-89D9-6C3FCC86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86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2C8FF-17B0-45EE-A438-0C730221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003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按页提取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253B4-C43C-461A-A9E8-11F6F630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527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文本层、文字块、字体及坐标。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72134-F7FF-4EE2-B8F4-D850F5B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81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0ADC8-C422-48F8-A98E-F0A6215B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957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正则检索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BEAF6-2DBC-44C2-A51F-178DBA2F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481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返回命中页、偏移与位置。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3945E-830E-44D0-A55D-25841020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76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41E2B-79C5-4C5F-B2E9-1923B0A9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911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实测用例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EF74D-7A15-41BA-B6FB-6589B417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3435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TC01、TC02；异常表达式返回 400。</a:t>
            </a:r>
          </a:p>
        </p:txBody>
      </p:sp>
    </p:spTree>
    <p:extLst>
      <p:ext uri="{BB962C8B-B14F-4D97-AF65-F5344CB8AC3E}">
        <p14:creationId xmlns:p14="http://schemas.microsoft.com/office/powerpoint/2010/main" val="2031779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374AC-9062-47D2-A40F-89611F8F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5EFF1-24D9-4400-B67A-686CA4DC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BDFA8-1BAC-4412-8288-42C7FD26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4E331-23C1-43B3-A154-2E8CD3D6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A38"/>
                </a:solidFill>
              </a:defRPr>
            </a:defPPr>
            <a:lvl1pPr>
              <a:defRPr sz="3225" b="1">
                <a:solidFill>
                  <a:srgbClr val="102A38"/>
                </a:solidFill>
              </a:defRPr>
            </a:lvl1pPr>
            <a:lvl2pPr>
              <a:defRPr sz="3225" b="1">
                <a:solidFill>
                  <a:srgbClr val="102A38"/>
                </a:solidFill>
              </a:defRPr>
            </a:lvl2pPr>
            <a:lvl3pPr>
              <a:defRPr sz="3225" b="1">
                <a:solidFill>
                  <a:srgbClr val="102A38"/>
                </a:solidFill>
              </a:defRPr>
            </a:lvl3pPr>
            <a:lvl4pPr>
              <a:defRPr sz="3225" b="1">
                <a:solidFill>
                  <a:srgbClr val="102A38"/>
                </a:solidFill>
              </a:defRPr>
            </a:lvl4pPr>
            <a:lvl5pPr>
              <a:defRPr sz="3225" b="1">
                <a:solidFill>
                  <a:srgbClr val="102A38"/>
                </a:solidFill>
              </a:defRPr>
            </a:lvl5pPr>
            <a:lvl6pPr>
              <a:defRPr sz="3225" b="1">
                <a:solidFill>
                  <a:srgbClr val="102A38"/>
                </a:solidFill>
              </a:defRPr>
            </a:lvl6pPr>
            <a:lvl7pPr>
              <a:defRPr sz="3225" b="1">
                <a:solidFill>
                  <a:srgbClr val="102A38"/>
                </a:solidFill>
              </a:defRPr>
            </a:lvl7pPr>
            <a:lvl8pPr>
              <a:defRPr sz="3225" b="1">
                <a:solidFill>
                  <a:srgbClr val="102A38"/>
                </a:solidFill>
              </a:defRPr>
            </a:lvl8pPr>
            <a:lvl9pPr>
              <a:defRPr sz="3225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A38"/>
                </a:solidFill>
              </a:defRPr>
            </a:pPr>
            <a:r>
              <a:rPr sz="3225" b="1">
                <a:solidFill>
                  <a:srgbClr val="102A38"/>
                </a:solidFill>
              </a:rPr>
              <a:t>规则网格转为可核对的行列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85FD0-96CA-4DF0-B328-F13BB0F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AC9ED-A51F-46E6-A125-CFAEEDE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C6C70"/>
                </a:solidFill>
              </a:defRPr>
            </a:defPPr>
            <a:lvl1pPr>
              <a:defRPr sz="975" b="0">
                <a:solidFill>
                  <a:srgbClr val="5C6C70"/>
                </a:solidFill>
              </a:defRPr>
            </a:lvl1pPr>
            <a:lvl2pPr>
              <a:defRPr sz="975" b="0">
                <a:solidFill>
                  <a:srgbClr val="5C6C70"/>
                </a:solidFill>
              </a:defRPr>
            </a:lvl2pPr>
            <a:lvl3pPr>
              <a:defRPr sz="975" b="0">
                <a:solidFill>
                  <a:srgbClr val="5C6C70"/>
                </a:solidFill>
              </a:defRPr>
            </a:lvl3pPr>
            <a:lvl4pPr>
              <a:defRPr sz="975" b="0">
                <a:solidFill>
                  <a:srgbClr val="5C6C70"/>
                </a:solidFill>
              </a:defRPr>
            </a:lvl4pPr>
            <a:lvl5pPr>
              <a:defRPr sz="975" b="0">
                <a:solidFill>
                  <a:srgbClr val="5C6C70"/>
                </a:solidFill>
              </a:defRPr>
            </a:lvl5pPr>
            <a:lvl6pPr>
              <a:defRPr sz="975" b="0">
                <a:solidFill>
                  <a:srgbClr val="5C6C70"/>
                </a:solidFill>
              </a:defRPr>
            </a:lvl6pPr>
            <a:lvl7pPr>
              <a:defRPr sz="975" b="0">
                <a:solidFill>
                  <a:srgbClr val="5C6C70"/>
                </a:solidFill>
              </a:defRPr>
            </a:lvl7pPr>
            <a:lvl8pPr>
              <a:defRPr sz="975" b="0">
                <a:solidFill>
                  <a:srgbClr val="5C6C70"/>
                </a:solidFill>
              </a:defRPr>
            </a:lvl8pPr>
            <a:lvl9pPr>
              <a:defRPr sz="975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C70"/>
                </a:solidFill>
              </a:defRPr>
            </a:pPr>
            <a:r>
              <a:rPr sz="975" b="0">
                <a:solidFill>
                  <a:srgbClr val="5C6C70"/>
                </a:solidFill>
              </a:rPr>
              <a:t>PDF Extractor · Part B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79AF4-15BE-4C55-BE10-2C9ACD4736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c1c5d2fd44c2d"/>
          <a:stretch xmlns:a="http://schemas.openxmlformats.org/drawingml/2006/main"/>
        </p:blipFill>
        <p:spPr>
          <a:xfrm xmlns:a="http://schemas.openxmlformats.org/drawingml/2006/main">
            <a:off x="1158621" y="2114550"/>
            <a:ext cx="6007608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D124E-F084-4098-9FBA-022D1E38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86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71966-9111-4B15-929A-B72C090E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003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规则网格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70CCD-0D14-407B-A57D-77D38F01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527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收集线段，分离表格并保留空值。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922C4-9BE7-43DE-B24D-1C0603AA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81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2B100-A152-4F33-AA3F-9FE20E89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957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CSV 导出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730B1-296A-4EAE-8C78-59FC7126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481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核对 Alpha、42 与 UTF-8 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3A16B-D92B-48B2-B864-3891020B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76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9938D-32F2-4367-B9CC-3EAB5825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911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适用范围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D0718-BF48-490D-8A7E-AE165C44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3435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不自动推断无边框表格。</a:t>
            </a:r>
          </a:p>
        </p:txBody>
      </p:sp>
    </p:spTree>
    <p:extLst>
      <p:ext uri="{BB962C8B-B14F-4D97-AF65-F5344CB8AC3E}">
        <p14:creationId xmlns:p14="http://schemas.microsoft.com/office/powerpoint/2010/main" val="1792196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82D69-0399-4300-BFB4-3AE6B45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DBD0C-980A-4349-8580-ABB26CC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7487B-1798-41A1-985A-5AA5410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6D8DE-653D-417D-A96C-917F1C44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A38"/>
                </a:solidFill>
              </a:defRPr>
            </a:defPPr>
            <a:lvl1pPr>
              <a:defRPr sz="3225" b="1">
                <a:solidFill>
                  <a:srgbClr val="102A38"/>
                </a:solidFill>
              </a:defRPr>
            </a:lvl1pPr>
            <a:lvl2pPr>
              <a:defRPr sz="3225" b="1">
                <a:solidFill>
                  <a:srgbClr val="102A38"/>
                </a:solidFill>
              </a:defRPr>
            </a:lvl2pPr>
            <a:lvl3pPr>
              <a:defRPr sz="3225" b="1">
                <a:solidFill>
                  <a:srgbClr val="102A38"/>
                </a:solidFill>
              </a:defRPr>
            </a:lvl3pPr>
            <a:lvl4pPr>
              <a:defRPr sz="3225" b="1">
                <a:solidFill>
                  <a:srgbClr val="102A38"/>
                </a:solidFill>
              </a:defRPr>
            </a:lvl4pPr>
            <a:lvl5pPr>
              <a:defRPr sz="3225" b="1">
                <a:solidFill>
                  <a:srgbClr val="102A38"/>
                </a:solidFill>
              </a:defRPr>
            </a:lvl5pPr>
            <a:lvl6pPr>
              <a:defRPr sz="3225" b="1">
                <a:solidFill>
                  <a:srgbClr val="102A38"/>
                </a:solidFill>
              </a:defRPr>
            </a:lvl6pPr>
            <a:lvl7pPr>
              <a:defRPr sz="3225" b="1">
                <a:solidFill>
                  <a:srgbClr val="102A38"/>
                </a:solidFill>
              </a:defRPr>
            </a:lvl7pPr>
            <a:lvl8pPr>
              <a:defRPr sz="3225" b="1">
                <a:solidFill>
                  <a:srgbClr val="102A38"/>
                </a:solidFill>
              </a:defRPr>
            </a:lvl8pPr>
            <a:lvl9pPr>
              <a:defRPr sz="3225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A38"/>
                </a:solidFill>
              </a:defRPr>
            </a:pPr>
            <a:r>
              <a:rPr sz="3225" b="1">
                <a:solidFill>
                  <a:srgbClr val="102A38"/>
                </a:solidFill>
              </a:rPr>
              <a:t>原始流与转换结果分别记录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2E94E-F388-47AF-99CD-D4F02EF8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62795-2394-43C3-B88F-F3515F29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C6C70"/>
                </a:solidFill>
              </a:defRPr>
            </a:defPPr>
            <a:lvl1pPr>
              <a:defRPr sz="975" b="0">
                <a:solidFill>
                  <a:srgbClr val="5C6C70"/>
                </a:solidFill>
              </a:defRPr>
            </a:lvl1pPr>
            <a:lvl2pPr>
              <a:defRPr sz="975" b="0">
                <a:solidFill>
                  <a:srgbClr val="5C6C70"/>
                </a:solidFill>
              </a:defRPr>
            </a:lvl2pPr>
            <a:lvl3pPr>
              <a:defRPr sz="975" b="0">
                <a:solidFill>
                  <a:srgbClr val="5C6C70"/>
                </a:solidFill>
              </a:defRPr>
            </a:lvl3pPr>
            <a:lvl4pPr>
              <a:defRPr sz="975" b="0">
                <a:solidFill>
                  <a:srgbClr val="5C6C70"/>
                </a:solidFill>
              </a:defRPr>
            </a:lvl4pPr>
            <a:lvl5pPr>
              <a:defRPr sz="975" b="0">
                <a:solidFill>
                  <a:srgbClr val="5C6C70"/>
                </a:solidFill>
              </a:defRPr>
            </a:lvl5pPr>
            <a:lvl6pPr>
              <a:defRPr sz="975" b="0">
                <a:solidFill>
                  <a:srgbClr val="5C6C70"/>
                </a:solidFill>
              </a:defRPr>
            </a:lvl6pPr>
            <a:lvl7pPr>
              <a:defRPr sz="975" b="0">
                <a:solidFill>
                  <a:srgbClr val="5C6C70"/>
                </a:solidFill>
              </a:defRPr>
            </a:lvl7pPr>
            <a:lvl8pPr>
              <a:defRPr sz="975" b="0">
                <a:solidFill>
                  <a:srgbClr val="5C6C70"/>
                </a:solidFill>
              </a:defRPr>
            </a:lvl8pPr>
            <a:lvl9pPr>
              <a:defRPr sz="975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C70"/>
                </a:solidFill>
              </a:defRPr>
            </a:pPr>
            <a:r>
              <a:rPr sz="975" b="0">
                <a:solidFill>
                  <a:srgbClr val="5C6C70"/>
                </a:solidFill>
              </a:rPr>
              <a:t>PDF Extractor · Part B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1CD46-29FE-4F9B-A2C6-A70A484884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02fc6602045be"/>
          <a:stretch xmlns:a="http://schemas.openxmlformats.org/drawingml/2006/main"/>
        </p:blipFill>
        <p:spPr>
          <a:xfrm xmlns:a="http://schemas.openxmlformats.org/drawingml/2006/main">
            <a:off x="1158621" y="2114550"/>
            <a:ext cx="6007608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ACC35-DC69-45FE-89BE-08B7D0BB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86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F4993-257E-4AF0-AA12-BC595C5C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003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资源身份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0B987-546C-4B26-9D91-8E3880A7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527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同一图片重复绘制仍保留出现位置。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222F2-C82C-442C-9FB9-BDD49B0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81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D4263-F148-47B5-8828-2A0C49D5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957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ZIP 清单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C83E9-5131-471D-B0AA-73E557E5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481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原始流、PNG/JPG 与来源信息。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DAD51-3487-42FD-BB66-7F17E241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76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674FA-B45D-46B3-968D-F1B50C86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911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部分转换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C5B3F-DC8D-4931-AD50-A3E83F5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3435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RAW_ONLY 显示诊断，不伪装成功。</a:t>
            </a:r>
          </a:p>
        </p:txBody>
      </p:sp>
    </p:spTree>
    <p:extLst>
      <p:ext uri="{BB962C8B-B14F-4D97-AF65-F5344CB8AC3E}">
        <p14:creationId xmlns:p14="http://schemas.microsoft.com/office/powerpoint/2010/main" val="61044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38E2D-9FD1-4FC8-8C80-44BE53D4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6E064-FF3A-4946-BDC0-7F1FD140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1FF22-92ED-497A-87E0-FC546C5D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48046-FCEA-4253-B5CF-3411B4D1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A38"/>
                </a:solidFill>
              </a:defRPr>
            </a:defPPr>
            <a:lvl1pPr>
              <a:defRPr sz="3225" b="1">
                <a:solidFill>
                  <a:srgbClr val="102A38"/>
                </a:solidFill>
              </a:defRPr>
            </a:lvl1pPr>
            <a:lvl2pPr>
              <a:defRPr sz="3225" b="1">
                <a:solidFill>
                  <a:srgbClr val="102A38"/>
                </a:solidFill>
              </a:defRPr>
            </a:lvl2pPr>
            <a:lvl3pPr>
              <a:defRPr sz="3225" b="1">
                <a:solidFill>
                  <a:srgbClr val="102A38"/>
                </a:solidFill>
              </a:defRPr>
            </a:lvl3pPr>
            <a:lvl4pPr>
              <a:defRPr sz="3225" b="1">
                <a:solidFill>
                  <a:srgbClr val="102A38"/>
                </a:solidFill>
              </a:defRPr>
            </a:lvl4pPr>
            <a:lvl5pPr>
              <a:defRPr sz="3225" b="1">
                <a:solidFill>
                  <a:srgbClr val="102A38"/>
                </a:solidFill>
              </a:defRPr>
            </a:lvl5pPr>
            <a:lvl6pPr>
              <a:defRPr sz="3225" b="1">
                <a:solidFill>
                  <a:srgbClr val="102A38"/>
                </a:solidFill>
              </a:defRPr>
            </a:lvl6pPr>
            <a:lvl7pPr>
              <a:defRPr sz="3225" b="1">
                <a:solidFill>
                  <a:srgbClr val="102A38"/>
                </a:solidFill>
              </a:defRPr>
            </a:lvl7pPr>
            <a:lvl8pPr>
              <a:defRPr sz="3225" b="1">
                <a:solidFill>
                  <a:srgbClr val="102A38"/>
                </a:solidFill>
              </a:defRPr>
            </a:lvl8pPr>
            <a:lvl9pPr>
              <a:defRPr sz="3225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A38"/>
                </a:solidFill>
              </a:defRPr>
            </a:pPr>
            <a:r>
              <a:rPr sz="3225" b="1">
                <a:solidFill>
                  <a:srgbClr val="102A38"/>
                </a:solidFill>
              </a:rPr>
              <a:t>加密与权限独立设置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0252D-6A4A-4A34-948C-F9140119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1F6E9-49FE-40F6-9948-DAD39FB0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C6C70"/>
                </a:solidFill>
              </a:defRPr>
            </a:defPPr>
            <a:lvl1pPr>
              <a:defRPr sz="975" b="0">
                <a:solidFill>
                  <a:srgbClr val="5C6C70"/>
                </a:solidFill>
              </a:defRPr>
            </a:lvl1pPr>
            <a:lvl2pPr>
              <a:defRPr sz="975" b="0">
                <a:solidFill>
                  <a:srgbClr val="5C6C70"/>
                </a:solidFill>
              </a:defRPr>
            </a:lvl2pPr>
            <a:lvl3pPr>
              <a:defRPr sz="975" b="0">
                <a:solidFill>
                  <a:srgbClr val="5C6C70"/>
                </a:solidFill>
              </a:defRPr>
            </a:lvl3pPr>
            <a:lvl4pPr>
              <a:defRPr sz="975" b="0">
                <a:solidFill>
                  <a:srgbClr val="5C6C70"/>
                </a:solidFill>
              </a:defRPr>
            </a:lvl4pPr>
            <a:lvl5pPr>
              <a:defRPr sz="975" b="0">
                <a:solidFill>
                  <a:srgbClr val="5C6C70"/>
                </a:solidFill>
              </a:defRPr>
            </a:lvl5pPr>
            <a:lvl6pPr>
              <a:defRPr sz="975" b="0">
                <a:solidFill>
                  <a:srgbClr val="5C6C70"/>
                </a:solidFill>
              </a:defRPr>
            </a:lvl6pPr>
            <a:lvl7pPr>
              <a:defRPr sz="975" b="0">
                <a:solidFill>
                  <a:srgbClr val="5C6C70"/>
                </a:solidFill>
              </a:defRPr>
            </a:lvl7pPr>
            <a:lvl8pPr>
              <a:defRPr sz="975" b="0">
                <a:solidFill>
                  <a:srgbClr val="5C6C70"/>
                </a:solidFill>
              </a:defRPr>
            </a:lvl8pPr>
            <a:lvl9pPr>
              <a:defRPr sz="975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C70"/>
                </a:solidFill>
              </a:defRPr>
            </a:pPr>
            <a:r>
              <a:rPr sz="975" b="0">
                <a:solidFill>
                  <a:srgbClr val="5C6C70"/>
                </a:solidFill>
              </a:rPr>
              <a:t>PDF Extractor · Part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57FB7-A67F-4A6B-BD9A-8AC9BEDF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714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38A5F-FD58-4F00-B3B1-68F7A405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2295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087F8C"/>
                </a:solidFill>
              </a:defRPr>
            </a:defPPr>
            <a:lvl1pPr>
              <a:defRPr sz="3900" b="1">
                <a:solidFill>
                  <a:srgbClr val="087F8C"/>
                </a:solidFill>
              </a:defRPr>
            </a:lvl1pPr>
            <a:lvl2pPr>
              <a:defRPr sz="3900" b="1">
                <a:solidFill>
                  <a:srgbClr val="087F8C"/>
                </a:solidFill>
              </a:defRPr>
            </a:lvl2pPr>
            <a:lvl3pPr>
              <a:defRPr sz="3900" b="1">
                <a:solidFill>
                  <a:srgbClr val="087F8C"/>
                </a:solidFill>
              </a:defRPr>
            </a:lvl3pPr>
            <a:lvl4pPr>
              <a:defRPr sz="3900" b="1">
                <a:solidFill>
                  <a:srgbClr val="087F8C"/>
                </a:solidFill>
              </a:defRPr>
            </a:lvl4pPr>
            <a:lvl5pPr>
              <a:defRPr sz="3900" b="1">
                <a:solidFill>
                  <a:srgbClr val="087F8C"/>
                </a:solidFill>
              </a:defRPr>
            </a:lvl5pPr>
            <a:lvl6pPr>
              <a:defRPr sz="3900" b="1">
                <a:solidFill>
                  <a:srgbClr val="087F8C"/>
                </a:solidFill>
              </a:defRPr>
            </a:lvl6pPr>
            <a:lvl7pPr>
              <a:defRPr sz="3900" b="1">
                <a:solidFill>
                  <a:srgbClr val="087F8C"/>
                </a:solidFill>
              </a:defRPr>
            </a:lvl7pPr>
            <a:lvl8pPr>
              <a:defRPr sz="3900" b="1">
                <a:solidFill>
                  <a:srgbClr val="087F8C"/>
                </a:solidFill>
              </a:defRPr>
            </a:lvl8pPr>
            <a:lvl9pPr>
              <a:defRPr sz="39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7F8C"/>
                </a:solidFill>
              </a:defRPr>
            </a:pPr>
            <a:r>
              <a:rPr sz="3900" b="1">
                <a:solidFill>
                  <a:srgbClr val="087F8C"/>
                </a:solidFill>
              </a:rPr>
              <a:t>128 / 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FA876-4040-4DE0-92FD-D5AEF5B5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2295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02A38"/>
                </a:solidFill>
              </a:defRPr>
            </a:defPPr>
            <a:lvl1pPr>
              <a:defRPr sz="1350" b="0">
                <a:solidFill>
                  <a:srgbClr val="102A38"/>
                </a:solidFill>
              </a:defRPr>
            </a:lvl1pPr>
            <a:lvl2pPr>
              <a:defRPr sz="1350" b="0">
                <a:solidFill>
                  <a:srgbClr val="102A38"/>
                </a:solidFill>
              </a:defRPr>
            </a:lvl2pPr>
            <a:lvl3pPr>
              <a:defRPr sz="1350" b="0">
                <a:solidFill>
                  <a:srgbClr val="102A38"/>
                </a:solidFill>
              </a:defRPr>
            </a:lvl3pPr>
            <a:lvl4pPr>
              <a:defRPr sz="1350" b="0">
                <a:solidFill>
                  <a:srgbClr val="102A38"/>
                </a:solidFill>
              </a:defRPr>
            </a:lvl4pPr>
            <a:lvl5pPr>
              <a:defRPr sz="1350" b="0">
                <a:solidFill>
                  <a:srgbClr val="102A38"/>
                </a:solidFill>
              </a:defRPr>
            </a:lvl5pPr>
            <a:lvl6pPr>
              <a:defRPr sz="1350" b="0">
                <a:solidFill>
                  <a:srgbClr val="102A38"/>
                </a:solidFill>
              </a:defRPr>
            </a:lvl6pPr>
            <a:lvl7pPr>
              <a:defRPr sz="1350" b="0">
                <a:solidFill>
                  <a:srgbClr val="102A38"/>
                </a:solidFill>
              </a:defRPr>
            </a:lvl7pPr>
            <a:lvl8pPr>
              <a:defRPr sz="1350" b="0">
                <a:solidFill>
                  <a:srgbClr val="102A38"/>
                </a:solidFill>
              </a:defRPr>
            </a:lvl8pPr>
            <a:lvl9pPr>
              <a:defRPr sz="1350" b="0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8"/>
                </a:solidFill>
              </a:defRPr>
            </a:pPr>
            <a:r>
              <a:rPr sz="1350" b="0">
                <a:solidFill>
                  <a:srgbClr val="102A38"/>
                </a:solidFill>
              </a:rPr>
              <a:t>AES 密钥长度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2FB9B-E533-411F-A475-7F80B0B7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47925"/>
            <a:ext cx="2714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741A9-B84B-4304-8D7A-6AA5EB36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00325"/>
            <a:ext cx="2295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087F8C"/>
                </a:solidFill>
              </a:defRPr>
            </a:defPPr>
            <a:lvl1pPr>
              <a:defRPr sz="3900" b="1">
                <a:solidFill>
                  <a:srgbClr val="087F8C"/>
                </a:solidFill>
              </a:defRPr>
            </a:lvl1pPr>
            <a:lvl2pPr>
              <a:defRPr sz="3900" b="1">
                <a:solidFill>
                  <a:srgbClr val="087F8C"/>
                </a:solidFill>
              </a:defRPr>
            </a:lvl2pPr>
            <a:lvl3pPr>
              <a:defRPr sz="3900" b="1">
                <a:solidFill>
                  <a:srgbClr val="087F8C"/>
                </a:solidFill>
              </a:defRPr>
            </a:lvl3pPr>
            <a:lvl4pPr>
              <a:defRPr sz="3900" b="1">
                <a:solidFill>
                  <a:srgbClr val="087F8C"/>
                </a:solidFill>
              </a:defRPr>
            </a:lvl4pPr>
            <a:lvl5pPr>
              <a:defRPr sz="3900" b="1">
                <a:solidFill>
                  <a:srgbClr val="087F8C"/>
                </a:solidFill>
              </a:defRPr>
            </a:lvl5pPr>
            <a:lvl6pPr>
              <a:defRPr sz="3900" b="1">
                <a:solidFill>
                  <a:srgbClr val="087F8C"/>
                </a:solidFill>
              </a:defRPr>
            </a:lvl6pPr>
            <a:lvl7pPr>
              <a:defRPr sz="3900" b="1">
                <a:solidFill>
                  <a:srgbClr val="087F8C"/>
                </a:solidFill>
              </a:defRPr>
            </a:lvl7pPr>
            <a:lvl8pPr>
              <a:defRPr sz="3900" b="1">
                <a:solidFill>
                  <a:srgbClr val="087F8C"/>
                </a:solidFill>
              </a:defRPr>
            </a:lvl8pPr>
            <a:lvl9pPr>
              <a:defRPr sz="39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7F8C"/>
                </a:solidFill>
              </a:defRPr>
            </a:pPr>
            <a:r>
              <a:rPr sz="3900" b="1">
                <a:solidFill>
                  <a:srgbClr val="087F8C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CD380-4BC4-4C9A-9931-E1F92B63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33750"/>
            <a:ext cx="2295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02A38"/>
                </a:solidFill>
              </a:defRPr>
            </a:defPPr>
            <a:lvl1pPr>
              <a:defRPr sz="1350" b="0">
                <a:solidFill>
                  <a:srgbClr val="102A38"/>
                </a:solidFill>
              </a:defRPr>
            </a:lvl1pPr>
            <a:lvl2pPr>
              <a:defRPr sz="1350" b="0">
                <a:solidFill>
                  <a:srgbClr val="102A38"/>
                </a:solidFill>
              </a:defRPr>
            </a:lvl2pPr>
            <a:lvl3pPr>
              <a:defRPr sz="1350" b="0">
                <a:solidFill>
                  <a:srgbClr val="102A38"/>
                </a:solidFill>
              </a:defRPr>
            </a:lvl3pPr>
            <a:lvl4pPr>
              <a:defRPr sz="1350" b="0">
                <a:solidFill>
                  <a:srgbClr val="102A38"/>
                </a:solidFill>
              </a:defRPr>
            </a:lvl4pPr>
            <a:lvl5pPr>
              <a:defRPr sz="1350" b="0">
                <a:solidFill>
                  <a:srgbClr val="102A38"/>
                </a:solidFill>
              </a:defRPr>
            </a:lvl5pPr>
            <a:lvl6pPr>
              <a:defRPr sz="1350" b="0">
                <a:solidFill>
                  <a:srgbClr val="102A38"/>
                </a:solidFill>
              </a:defRPr>
            </a:lvl6pPr>
            <a:lvl7pPr>
              <a:defRPr sz="1350" b="0">
                <a:solidFill>
                  <a:srgbClr val="102A38"/>
                </a:solidFill>
              </a:defRPr>
            </a:lvl7pPr>
            <a:lvl8pPr>
              <a:defRPr sz="1350" b="0">
                <a:solidFill>
                  <a:srgbClr val="102A38"/>
                </a:solidFill>
              </a:defRPr>
            </a:lvl8pPr>
            <a:lvl9pPr>
              <a:defRPr sz="1350" b="0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8"/>
                </a:solidFill>
              </a:defRPr>
            </a:pPr>
            <a:r>
              <a:rPr sz="1350" b="0">
                <a:solidFill>
                  <a:srgbClr val="102A38"/>
                </a:solidFill>
              </a:rPr>
              <a:t>打印 · 复制 · 修改开关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28500-72B5-4774-8EF1-397FD334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47925"/>
            <a:ext cx="2714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E9880-2360-4BA8-BC43-CE1E6F79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0325"/>
            <a:ext cx="2295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087F8C"/>
                </a:solidFill>
              </a:defRPr>
            </a:defPPr>
            <a:lvl1pPr>
              <a:defRPr sz="3900" b="1">
                <a:solidFill>
                  <a:srgbClr val="087F8C"/>
                </a:solidFill>
              </a:defRPr>
            </a:lvl1pPr>
            <a:lvl2pPr>
              <a:defRPr sz="3900" b="1">
                <a:solidFill>
                  <a:srgbClr val="087F8C"/>
                </a:solidFill>
              </a:defRPr>
            </a:lvl2pPr>
            <a:lvl3pPr>
              <a:defRPr sz="3900" b="1">
                <a:solidFill>
                  <a:srgbClr val="087F8C"/>
                </a:solidFill>
              </a:defRPr>
            </a:lvl3pPr>
            <a:lvl4pPr>
              <a:defRPr sz="3900" b="1">
                <a:solidFill>
                  <a:srgbClr val="087F8C"/>
                </a:solidFill>
              </a:defRPr>
            </a:lvl4pPr>
            <a:lvl5pPr>
              <a:defRPr sz="3900" b="1">
                <a:solidFill>
                  <a:srgbClr val="087F8C"/>
                </a:solidFill>
              </a:defRPr>
            </a:lvl5pPr>
            <a:lvl6pPr>
              <a:defRPr sz="3900" b="1">
                <a:solidFill>
                  <a:srgbClr val="087F8C"/>
                </a:solidFill>
              </a:defRPr>
            </a:lvl6pPr>
            <a:lvl7pPr>
              <a:defRPr sz="3900" b="1">
                <a:solidFill>
                  <a:srgbClr val="087F8C"/>
                </a:solidFill>
              </a:defRPr>
            </a:lvl7pPr>
            <a:lvl8pPr>
              <a:defRPr sz="3900" b="1">
                <a:solidFill>
                  <a:srgbClr val="087F8C"/>
                </a:solidFill>
              </a:defRPr>
            </a:lvl8pPr>
            <a:lvl9pPr>
              <a:defRPr sz="39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7F8C"/>
                </a:solidFill>
              </a:defRPr>
            </a:pPr>
            <a:r>
              <a:rPr sz="3900" b="1">
                <a:solidFill>
                  <a:srgbClr val="087F8C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9AE53-849D-4B54-8502-6A82F265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2295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02A38"/>
                </a:solidFill>
              </a:defRPr>
            </a:defPPr>
            <a:lvl1pPr>
              <a:defRPr sz="1350" b="0">
                <a:solidFill>
                  <a:srgbClr val="102A38"/>
                </a:solidFill>
              </a:defRPr>
            </a:lvl1pPr>
            <a:lvl2pPr>
              <a:defRPr sz="1350" b="0">
                <a:solidFill>
                  <a:srgbClr val="102A38"/>
                </a:solidFill>
              </a:defRPr>
            </a:lvl2pPr>
            <a:lvl3pPr>
              <a:defRPr sz="1350" b="0">
                <a:solidFill>
                  <a:srgbClr val="102A38"/>
                </a:solidFill>
              </a:defRPr>
            </a:lvl3pPr>
            <a:lvl4pPr>
              <a:defRPr sz="1350" b="0">
                <a:solidFill>
                  <a:srgbClr val="102A38"/>
                </a:solidFill>
              </a:defRPr>
            </a:lvl4pPr>
            <a:lvl5pPr>
              <a:defRPr sz="1350" b="0">
                <a:solidFill>
                  <a:srgbClr val="102A38"/>
                </a:solidFill>
              </a:defRPr>
            </a:lvl5pPr>
            <a:lvl6pPr>
              <a:defRPr sz="1350" b="0">
                <a:solidFill>
                  <a:srgbClr val="102A38"/>
                </a:solidFill>
              </a:defRPr>
            </a:lvl6pPr>
            <a:lvl7pPr>
              <a:defRPr sz="1350" b="0">
                <a:solidFill>
                  <a:srgbClr val="102A38"/>
                </a:solidFill>
              </a:defRPr>
            </a:lvl7pPr>
            <a:lvl8pPr>
              <a:defRPr sz="1350" b="0">
                <a:solidFill>
                  <a:srgbClr val="102A38"/>
                </a:solidFill>
              </a:defRPr>
            </a:lvl8pPr>
            <a:lvl9pPr>
              <a:defRPr sz="1350" b="0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8"/>
                </a:solidFill>
              </a:defRPr>
            </a:pPr>
            <a:r>
              <a:rPr sz="1350" b="0">
                <a:solidFill>
                  <a:srgbClr val="102A38"/>
                </a:solidFill>
              </a:rPr>
              <a:t>参数化组合通过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8AF56-45BC-459D-95F2-180297DA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981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5A0BA-FCD1-4065-B3C7-6CEBB5A7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A38"/>
                </a:solidFill>
              </a:defRPr>
            </a:defPPr>
            <a:lvl1pPr>
              <a:defRPr sz="1875" b="0">
                <a:solidFill>
                  <a:srgbClr val="102A38"/>
                </a:solidFill>
              </a:defRPr>
            </a:lvl1pPr>
            <a:lvl2pPr>
              <a:defRPr sz="1875" b="0">
                <a:solidFill>
                  <a:srgbClr val="102A38"/>
                </a:solidFill>
              </a:defRPr>
            </a:lvl2pPr>
            <a:lvl3pPr>
              <a:defRPr sz="1875" b="0">
                <a:solidFill>
                  <a:srgbClr val="102A38"/>
                </a:solidFill>
              </a:defRPr>
            </a:lvl3pPr>
            <a:lvl4pPr>
              <a:defRPr sz="1875" b="0">
                <a:solidFill>
                  <a:srgbClr val="102A38"/>
                </a:solidFill>
              </a:defRPr>
            </a:lvl4pPr>
            <a:lvl5pPr>
              <a:defRPr sz="1875" b="0">
                <a:solidFill>
                  <a:srgbClr val="102A38"/>
                </a:solidFill>
              </a:defRPr>
            </a:lvl5pPr>
            <a:lvl6pPr>
              <a:defRPr sz="1875" b="0">
                <a:solidFill>
                  <a:srgbClr val="102A38"/>
                </a:solidFill>
              </a:defRPr>
            </a:lvl6pPr>
            <a:lvl7pPr>
              <a:defRPr sz="1875" b="0">
                <a:solidFill>
                  <a:srgbClr val="102A38"/>
                </a:solidFill>
              </a:defRPr>
            </a:lvl7pPr>
            <a:lvl8pPr>
              <a:defRPr sz="1875" b="0">
                <a:solidFill>
                  <a:srgbClr val="102A38"/>
                </a:solidFill>
              </a:defRPr>
            </a:lvl8pPr>
            <a:lvl9pPr>
              <a:defRPr sz="1875" b="0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A38"/>
                </a:solidFill>
              </a:defRPr>
            </a:pPr>
            <a:r>
              <a:rPr sz="1875" b="0">
                <a:solidFill>
                  <a:srgbClr val="102A38"/>
                </a:solidFill>
              </a:rPr>
              <a:t>源文件保持不变；输出加密副本。普通口令与所有者口令具有不同权限。</a:t>
            </a:r>
          </a:p>
        </p:txBody>
      </p:sp>
    </p:spTree>
    <p:extLst>
      <p:ext uri="{BB962C8B-B14F-4D97-AF65-F5344CB8AC3E}">
        <p14:creationId xmlns:p14="http://schemas.microsoft.com/office/powerpoint/2010/main" val="47261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9DDF7-6738-4731-A5A7-3E383B6B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8604A-1979-417D-8BB3-C1BA8C5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D59C1-697C-43C3-80AD-DCF4E9B3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CAF4A-E24F-499E-940F-F27189B9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A38"/>
                </a:solidFill>
              </a:defRPr>
            </a:defPPr>
            <a:lvl1pPr>
              <a:defRPr sz="3225" b="1">
                <a:solidFill>
                  <a:srgbClr val="102A38"/>
                </a:solidFill>
              </a:defRPr>
            </a:lvl1pPr>
            <a:lvl2pPr>
              <a:defRPr sz="3225" b="1">
                <a:solidFill>
                  <a:srgbClr val="102A38"/>
                </a:solidFill>
              </a:defRPr>
            </a:lvl2pPr>
            <a:lvl3pPr>
              <a:defRPr sz="3225" b="1">
                <a:solidFill>
                  <a:srgbClr val="102A38"/>
                </a:solidFill>
              </a:defRPr>
            </a:lvl3pPr>
            <a:lvl4pPr>
              <a:defRPr sz="3225" b="1">
                <a:solidFill>
                  <a:srgbClr val="102A38"/>
                </a:solidFill>
              </a:defRPr>
            </a:lvl4pPr>
            <a:lvl5pPr>
              <a:defRPr sz="3225" b="1">
                <a:solidFill>
                  <a:srgbClr val="102A38"/>
                </a:solidFill>
              </a:defRPr>
            </a:lvl5pPr>
            <a:lvl6pPr>
              <a:defRPr sz="3225" b="1">
                <a:solidFill>
                  <a:srgbClr val="102A38"/>
                </a:solidFill>
              </a:defRPr>
            </a:lvl6pPr>
            <a:lvl7pPr>
              <a:defRPr sz="3225" b="1">
                <a:solidFill>
                  <a:srgbClr val="102A38"/>
                </a:solidFill>
              </a:defRPr>
            </a:lvl7pPr>
            <a:lvl8pPr>
              <a:defRPr sz="3225" b="1">
                <a:solidFill>
                  <a:srgbClr val="102A38"/>
                </a:solidFill>
              </a:defRPr>
            </a:lvl8pPr>
            <a:lvl9pPr>
              <a:defRPr sz="3225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A38"/>
                </a:solidFill>
              </a:defRPr>
            </a:pPr>
            <a:r>
              <a:rPr sz="3225" b="1">
                <a:solidFill>
                  <a:srgbClr val="102A38"/>
                </a:solidFill>
              </a:rPr>
              <a:t>签名结论需要分项解释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96142-BB19-4F50-84B8-F4A9AF7F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B66AE-2452-4614-B64A-AB39C19A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C6C70"/>
                </a:solidFill>
              </a:defRPr>
            </a:defPPr>
            <a:lvl1pPr>
              <a:defRPr sz="975" b="0">
                <a:solidFill>
                  <a:srgbClr val="5C6C70"/>
                </a:solidFill>
              </a:defRPr>
            </a:lvl1pPr>
            <a:lvl2pPr>
              <a:defRPr sz="975" b="0">
                <a:solidFill>
                  <a:srgbClr val="5C6C70"/>
                </a:solidFill>
              </a:defRPr>
            </a:lvl2pPr>
            <a:lvl3pPr>
              <a:defRPr sz="975" b="0">
                <a:solidFill>
                  <a:srgbClr val="5C6C70"/>
                </a:solidFill>
              </a:defRPr>
            </a:lvl3pPr>
            <a:lvl4pPr>
              <a:defRPr sz="975" b="0">
                <a:solidFill>
                  <a:srgbClr val="5C6C70"/>
                </a:solidFill>
              </a:defRPr>
            </a:lvl4pPr>
            <a:lvl5pPr>
              <a:defRPr sz="975" b="0">
                <a:solidFill>
                  <a:srgbClr val="5C6C70"/>
                </a:solidFill>
              </a:defRPr>
            </a:lvl5pPr>
            <a:lvl6pPr>
              <a:defRPr sz="975" b="0">
                <a:solidFill>
                  <a:srgbClr val="5C6C70"/>
                </a:solidFill>
              </a:defRPr>
            </a:lvl6pPr>
            <a:lvl7pPr>
              <a:defRPr sz="975" b="0">
                <a:solidFill>
                  <a:srgbClr val="5C6C70"/>
                </a:solidFill>
              </a:defRPr>
            </a:lvl7pPr>
            <a:lvl8pPr>
              <a:defRPr sz="975" b="0">
                <a:solidFill>
                  <a:srgbClr val="5C6C70"/>
                </a:solidFill>
              </a:defRPr>
            </a:lvl8pPr>
            <a:lvl9pPr>
              <a:defRPr sz="975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C70"/>
                </a:solidFill>
              </a:defRPr>
            </a:pPr>
            <a:r>
              <a:rPr sz="975" b="0">
                <a:solidFill>
                  <a:srgbClr val="5C6C70"/>
                </a:solidFill>
              </a:rPr>
              <a:t>PDF Extractor · Part B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B5304-D40E-41CE-8C13-6287C7C1A3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969a552314428"/>
          <a:stretch xmlns:a="http://schemas.openxmlformats.org/drawingml/2006/main"/>
        </p:blipFill>
        <p:spPr>
          <a:xfrm xmlns:a="http://schemas.openxmlformats.org/drawingml/2006/main">
            <a:off x="1164617" y="2114550"/>
            <a:ext cx="5995617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5099E-9EB1-4F72-9593-A41D5FEB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874B0-08F2-47FC-927C-DCD5EB81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43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签署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DE420-CCCB-49D7-89B1-92047F00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9557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测试证书输出新的签名副本。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E591B-5A2B-4DF7-8C4E-23D13AD8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DEB44-E42A-43FD-A13E-AB9F6913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099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52AC6-1CB6-46F7-8E23-072FFB97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62400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完整性、信任、有效期与修订分列。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87E6B-A387-4BB8-8F58-381B1F0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62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28E4D-58E9-4AED-8931-A0F2F4D5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768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移除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23137-C379-4747-81F7-AE3EE78D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229225"/>
            <a:ext cx="2838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需明确确认，输出保留正文。</a:t>
            </a:r>
          </a:p>
        </p:txBody>
      </p:sp>
    </p:spTree>
    <p:extLst>
      <p:ext uri="{BB962C8B-B14F-4D97-AF65-F5344CB8AC3E}">
        <p14:creationId xmlns:p14="http://schemas.microsoft.com/office/powerpoint/2010/main" val="1816432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8C08F-19A4-4A23-BA03-02E7992E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425C0-3219-4F37-99D3-7E0D53D3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14BAD-71B4-42C3-A9CC-A621CFC6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2BC04-D1D7-4E54-B81C-D914C844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A38"/>
                </a:solidFill>
              </a:defRPr>
            </a:defPPr>
            <a:lvl1pPr>
              <a:defRPr sz="3225" b="1">
                <a:solidFill>
                  <a:srgbClr val="102A38"/>
                </a:solidFill>
              </a:defRPr>
            </a:lvl1pPr>
            <a:lvl2pPr>
              <a:defRPr sz="3225" b="1">
                <a:solidFill>
                  <a:srgbClr val="102A38"/>
                </a:solidFill>
              </a:defRPr>
            </a:lvl2pPr>
            <a:lvl3pPr>
              <a:defRPr sz="3225" b="1">
                <a:solidFill>
                  <a:srgbClr val="102A38"/>
                </a:solidFill>
              </a:defRPr>
            </a:lvl3pPr>
            <a:lvl4pPr>
              <a:defRPr sz="3225" b="1">
                <a:solidFill>
                  <a:srgbClr val="102A38"/>
                </a:solidFill>
              </a:defRPr>
            </a:lvl4pPr>
            <a:lvl5pPr>
              <a:defRPr sz="3225" b="1">
                <a:solidFill>
                  <a:srgbClr val="102A38"/>
                </a:solidFill>
              </a:defRPr>
            </a:lvl5pPr>
            <a:lvl6pPr>
              <a:defRPr sz="3225" b="1">
                <a:solidFill>
                  <a:srgbClr val="102A38"/>
                </a:solidFill>
              </a:defRPr>
            </a:lvl6pPr>
            <a:lvl7pPr>
              <a:defRPr sz="3225" b="1">
                <a:solidFill>
                  <a:srgbClr val="102A38"/>
                </a:solidFill>
              </a:defRPr>
            </a:lvl7pPr>
            <a:lvl8pPr>
              <a:defRPr sz="3225" b="1">
                <a:solidFill>
                  <a:srgbClr val="102A38"/>
                </a:solidFill>
              </a:defRPr>
            </a:lvl8pPr>
            <a:lvl9pPr>
              <a:defRPr sz="3225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A38"/>
                </a:solidFill>
              </a:defRPr>
            </a:pPr>
            <a:r>
              <a:rPr sz="3225" b="1">
                <a:solidFill>
                  <a:srgbClr val="102A38"/>
                </a:solidFill>
              </a:rPr>
              <a:t>指定页面添加文字或图片水印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F5959-E218-42A1-B575-15B8EDF5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12C0B-2C23-4599-8818-E8496B5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C6C70"/>
                </a:solidFill>
              </a:defRPr>
            </a:defPPr>
            <a:lvl1pPr>
              <a:defRPr sz="975" b="0">
                <a:solidFill>
                  <a:srgbClr val="5C6C70"/>
                </a:solidFill>
              </a:defRPr>
            </a:lvl1pPr>
            <a:lvl2pPr>
              <a:defRPr sz="975" b="0">
                <a:solidFill>
                  <a:srgbClr val="5C6C70"/>
                </a:solidFill>
              </a:defRPr>
            </a:lvl2pPr>
            <a:lvl3pPr>
              <a:defRPr sz="975" b="0">
                <a:solidFill>
                  <a:srgbClr val="5C6C70"/>
                </a:solidFill>
              </a:defRPr>
            </a:lvl3pPr>
            <a:lvl4pPr>
              <a:defRPr sz="975" b="0">
                <a:solidFill>
                  <a:srgbClr val="5C6C70"/>
                </a:solidFill>
              </a:defRPr>
            </a:lvl4pPr>
            <a:lvl5pPr>
              <a:defRPr sz="975" b="0">
                <a:solidFill>
                  <a:srgbClr val="5C6C70"/>
                </a:solidFill>
              </a:defRPr>
            </a:lvl5pPr>
            <a:lvl6pPr>
              <a:defRPr sz="975" b="0">
                <a:solidFill>
                  <a:srgbClr val="5C6C70"/>
                </a:solidFill>
              </a:defRPr>
            </a:lvl6pPr>
            <a:lvl7pPr>
              <a:defRPr sz="975" b="0">
                <a:solidFill>
                  <a:srgbClr val="5C6C70"/>
                </a:solidFill>
              </a:defRPr>
            </a:lvl7pPr>
            <a:lvl8pPr>
              <a:defRPr sz="975" b="0">
                <a:solidFill>
                  <a:srgbClr val="5C6C70"/>
                </a:solidFill>
              </a:defRPr>
            </a:lvl8pPr>
            <a:lvl9pPr>
              <a:defRPr sz="975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C70"/>
                </a:solidFill>
              </a:defRPr>
            </a:pPr>
            <a:r>
              <a:rPr sz="975" b="0">
                <a:solidFill>
                  <a:srgbClr val="5C6C70"/>
                </a:solidFill>
              </a:rPr>
              <a:t>PDF Extractor · Part B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D3291-B9F4-40FC-9AB5-6EC52D6199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5ed608e5e4fc0"/>
          <a:stretch xmlns:a="http://schemas.openxmlformats.org/drawingml/2006/main"/>
        </p:blipFill>
        <p:spPr>
          <a:xfrm xmlns:a="http://schemas.openxmlformats.org/drawingml/2006/main">
            <a:off x="1190625" y="2143125"/>
            <a:ext cx="5000625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DFC6C-337B-4AAA-BC24-AEE15056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C5831-F153-4743-AB5D-E72756F8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431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页范围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290AF-F290-4E5A-A9C8-64465CF7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95575"/>
            <a:ext cx="3886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只修改选定页；其他页内容保持。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90B62-E705-4E14-93EA-F2496AFE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81B3E-0109-456A-B56A-6BC27A13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09975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文字与图像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0E730-C652-4B73-8788-BB543929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62400"/>
            <a:ext cx="3886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支持中文文字、角度和透明度。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E7BAB-541A-4E09-93ED-F9B0E999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62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BE8A8-CC97-40DF-8F21-BDC6B677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768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原件保护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C3F8E-D538-453A-9A4B-A7FC16CE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229225"/>
            <a:ext cx="3886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签名输入拒绝再次修改。</a:t>
            </a:r>
          </a:p>
        </p:txBody>
      </p:sp>
    </p:spTree>
    <p:extLst>
      <p:ext uri="{BB962C8B-B14F-4D97-AF65-F5344CB8AC3E}">
        <p14:creationId xmlns:p14="http://schemas.microsoft.com/office/powerpoint/2010/main" val="14914404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0C38F-970F-47A9-A6BC-17A2475F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85D8B-9CB7-4CC0-B578-175EB93F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7CCF8-F558-4DD6-BABE-D8B8E584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F8C"/>
                </a:solidFill>
              </a:defRPr>
            </a:defPPr>
            <a:lvl1pPr>
              <a:defRPr sz="1200" b="1">
                <a:solidFill>
                  <a:srgbClr val="087F8C"/>
                </a:solidFill>
              </a:defRPr>
            </a:lvl1pPr>
            <a:lvl2pPr>
              <a:defRPr sz="1200" b="1">
                <a:solidFill>
                  <a:srgbClr val="087F8C"/>
                </a:solidFill>
              </a:defRPr>
            </a:lvl2pPr>
            <a:lvl3pPr>
              <a:defRPr sz="1200" b="1">
                <a:solidFill>
                  <a:srgbClr val="087F8C"/>
                </a:solidFill>
              </a:defRPr>
            </a:lvl3pPr>
            <a:lvl4pPr>
              <a:defRPr sz="1200" b="1">
                <a:solidFill>
                  <a:srgbClr val="087F8C"/>
                </a:solidFill>
              </a:defRPr>
            </a:lvl4pPr>
            <a:lvl5pPr>
              <a:defRPr sz="1200" b="1">
                <a:solidFill>
                  <a:srgbClr val="087F8C"/>
                </a:solidFill>
              </a:defRPr>
            </a:lvl5pPr>
            <a:lvl6pPr>
              <a:defRPr sz="1200" b="1">
                <a:solidFill>
                  <a:srgbClr val="087F8C"/>
                </a:solidFill>
              </a:defRPr>
            </a:lvl6pPr>
            <a:lvl7pPr>
              <a:defRPr sz="1200" b="1">
                <a:solidFill>
                  <a:srgbClr val="087F8C"/>
                </a:solidFill>
              </a:defRPr>
            </a:lvl7pPr>
            <a:lvl8pPr>
              <a:defRPr sz="1200" b="1">
                <a:solidFill>
                  <a:srgbClr val="087F8C"/>
                </a:solidFill>
              </a:defRPr>
            </a:lvl8pPr>
            <a:lvl9pPr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C2368-4530-4E20-9890-C01E7195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A38"/>
                </a:solidFill>
              </a:defRPr>
            </a:defPPr>
            <a:lvl1pPr>
              <a:defRPr sz="3225" b="1">
                <a:solidFill>
                  <a:srgbClr val="102A38"/>
                </a:solidFill>
              </a:defRPr>
            </a:lvl1pPr>
            <a:lvl2pPr>
              <a:defRPr sz="3225" b="1">
                <a:solidFill>
                  <a:srgbClr val="102A38"/>
                </a:solidFill>
              </a:defRPr>
            </a:lvl2pPr>
            <a:lvl3pPr>
              <a:defRPr sz="3225" b="1">
                <a:solidFill>
                  <a:srgbClr val="102A38"/>
                </a:solidFill>
              </a:defRPr>
            </a:lvl3pPr>
            <a:lvl4pPr>
              <a:defRPr sz="3225" b="1">
                <a:solidFill>
                  <a:srgbClr val="102A38"/>
                </a:solidFill>
              </a:defRPr>
            </a:lvl4pPr>
            <a:lvl5pPr>
              <a:defRPr sz="3225" b="1">
                <a:solidFill>
                  <a:srgbClr val="102A38"/>
                </a:solidFill>
              </a:defRPr>
            </a:lvl5pPr>
            <a:lvl6pPr>
              <a:defRPr sz="3225" b="1">
                <a:solidFill>
                  <a:srgbClr val="102A38"/>
                </a:solidFill>
              </a:defRPr>
            </a:lvl6pPr>
            <a:lvl7pPr>
              <a:defRPr sz="3225" b="1">
                <a:solidFill>
                  <a:srgbClr val="102A38"/>
                </a:solidFill>
              </a:defRPr>
            </a:lvl7pPr>
            <a:lvl8pPr>
              <a:defRPr sz="3225" b="1">
                <a:solidFill>
                  <a:srgbClr val="102A38"/>
                </a:solidFill>
              </a:defRPr>
            </a:lvl8pPr>
            <a:lvl9pPr>
              <a:defRPr sz="3225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A38"/>
                </a:solidFill>
              </a:defRPr>
            </a:pPr>
            <a:r>
              <a:rPr sz="3225" b="1">
                <a:solidFill>
                  <a:srgbClr val="102A38"/>
                </a:solidFill>
              </a:rPr>
              <a:t>错误反馈与业务结果分开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77A34-D289-4AF9-8AA5-F009CE60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498BB-8ACE-477D-9233-01EC495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C6C70"/>
                </a:solidFill>
              </a:defRPr>
            </a:defPPr>
            <a:lvl1pPr>
              <a:defRPr sz="975" b="0">
                <a:solidFill>
                  <a:srgbClr val="5C6C70"/>
                </a:solidFill>
              </a:defRPr>
            </a:lvl1pPr>
            <a:lvl2pPr>
              <a:defRPr sz="975" b="0">
                <a:solidFill>
                  <a:srgbClr val="5C6C70"/>
                </a:solidFill>
              </a:defRPr>
            </a:lvl2pPr>
            <a:lvl3pPr>
              <a:defRPr sz="975" b="0">
                <a:solidFill>
                  <a:srgbClr val="5C6C70"/>
                </a:solidFill>
              </a:defRPr>
            </a:lvl3pPr>
            <a:lvl4pPr>
              <a:defRPr sz="975" b="0">
                <a:solidFill>
                  <a:srgbClr val="5C6C70"/>
                </a:solidFill>
              </a:defRPr>
            </a:lvl4pPr>
            <a:lvl5pPr>
              <a:defRPr sz="975" b="0">
                <a:solidFill>
                  <a:srgbClr val="5C6C70"/>
                </a:solidFill>
              </a:defRPr>
            </a:lvl5pPr>
            <a:lvl6pPr>
              <a:defRPr sz="975" b="0">
                <a:solidFill>
                  <a:srgbClr val="5C6C70"/>
                </a:solidFill>
              </a:defRPr>
            </a:lvl6pPr>
            <a:lvl7pPr>
              <a:defRPr sz="975" b="0">
                <a:solidFill>
                  <a:srgbClr val="5C6C70"/>
                </a:solidFill>
              </a:defRPr>
            </a:lvl7pPr>
            <a:lvl8pPr>
              <a:defRPr sz="975" b="0">
                <a:solidFill>
                  <a:srgbClr val="5C6C70"/>
                </a:solidFill>
              </a:defRPr>
            </a:lvl8pPr>
            <a:lvl9pPr>
              <a:defRPr sz="975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C70"/>
                </a:solidFill>
              </a:defRPr>
            </a:pPr>
            <a:r>
              <a:rPr sz="975" b="0">
                <a:solidFill>
                  <a:srgbClr val="5C6C70"/>
                </a:solidFill>
              </a:rPr>
              <a:t>PDF Extractor · Part B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AD7F5-FF50-4F3B-9D77-EFD48F9E1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3e16bf47d462d"/>
          <a:stretch xmlns:a="http://schemas.openxmlformats.org/drawingml/2006/main"/>
        </p:blipFill>
        <p:spPr>
          <a:xfrm xmlns:a="http://schemas.openxmlformats.org/drawingml/2006/main">
            <a:off x="1164617" y="2114550"/>
            <a:ext cx="5995617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72F2F-ECC2-4509-854A-DC14A88B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949C5-F16B-4073-AA79-0CA5CE74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145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400 / 403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ACF92-D843-4F03-A2BF-A0CDD9AA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67000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页码或表达式错误；密码错误。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E5475-C5F3-4813-8F73-E0CAEF35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09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A8194-3324-45E5-881F-77889ACC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242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413 / 429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69F3E-BC05-4899-84A3-1156F252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876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超出容量；并发槽位占用。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806F7-069F-4903-9270-6992AA69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19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A689E-8AC1-49B3-9C99-20E277C8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73392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A38"/>
                </a:solidFill>
              </a:defRPr>
            </a:defPPr>
            <a:lvl1pPr>
              <a:defRPr sz="1800" b="1">
                <a:solidFill>
                  <a:srgbClr val="102A38"/>
                </a:solidFill>
              </a:defRPr>
            </a:lvl1pPr>
            <a:lvl2pPr>
              <a:defRPr sz="1800" b="1">
                <a:solidFill>
                  <a:srgbClr val="102A38"/>
                </a:solidFill>
              </a:defRPr>
            </a:lvl2pPr>
            <a:lvl3pPr>
              <a:defRPr sz="1800" b="1">
                <a:solidFill>
                  <a:srgbClr val="102A38"/>
                </a:solidFill>
              </a:defRPr>
            </a:lvl3pPr>
            <a:lvl4pPr>
              <a:defRPr sz="1800" b="1">
                <a:solidFill>
                  <a:srgbClr val="102A38"/>
                </a:solidFill>
              </a:defRPr>
            </a:lvl4pPr>
            <a:lvl5pPr>
              <a:defRPr sz="1800" b="1">
                <a:solidFill>
                  <a:srgbClr val="102A38"/>
                </a:solidFill>
              </a:defRPr>
            </a:lvl5pPr>
            <a:lvl6pPr>
              <a:defRPr sz="1800" b="1">
                <a:solidFill>
                  <a:srgbClr val="102A38"/>
                </a:solidFill>
              </a:defRPr>
            </a:lvl6pPr>
            <a:lvl7pPr>
              <a:defRPr sz="1800" b="1">
                <a:solidFill>
                  <a:srgbClr val="102A38"/>
                </a:solidFill>
              </a:defRPr>
            </a:lvl7pPr>
            <a:lvl8pPr>
              <a:defRPr sz="1800" b="1">
                <a:solidFill>
                  <a:srgbClr val="102A38"/>
                </a:solidFill>
              </a:defRPr>
            </a:lvl8pPr>
            <a:lvl9pPr>
              <a:defRPr sz="1800" b="1">
                <a:solidFill>
                  <a:srgbClr val="102A38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38"/>
                </a:solidFill>
              </a:defRPr>
            </a:pPr>
            <a:r>
              <a:rPr sz="1800" b="1">
                <a:solidFill>
                  <a:srgbClr val="102A38"/>
                </a:solidFill>
              </a:rPr>
              <a:t>验签状态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36E4B-8321-46D6-A604-F795D285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86350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C6C70"/>
                </a:solidFill>
              </a:defRPr>
            </a:defPPr>
            <a:lvl1pPr>
              <a:defRPr sz="1350" b="0">
                <a:solidFill>
                  <a:srgbClr val="5C6C70"/>
                </a:solidFill>
              </a:defRPr>
            </a:lvl1pPr>
            <a:lvl2pPr>
              <a:defRPr sz="1350" b="0">
                <a:solidFill>
                  <a:srgbClr val="5C6C70"/>
                </a:solidFill>
              </a:defRPr>
            </a:lvl2pPr>
            <a:lvl3pPr>
              <a:defRPr sz="1350" b="0">
                <a:solidFill>
                  <a:srgbClr val="5C6C70"/>
                </a:solidFill>
              </a:defRPr>
            </a:lvl3pPr>
            <a:lvl4pPr>
              <a:defRPr sz="1350" b="0">
                <a:solidFill>
                  <a:srgbClr val="5C6C70"/>
                </a:solidFill>
              </a:defRPr>
            </a:lvl4pPr>
            <a:lvl5pPr>
              <a:defRPr sz="1350" b="0">
                <a:solidFill>
                  <a:srgbClr val="5C6C70"/>
                </a:solidFill>
              </a:defRPr>
            </a:lvl5pPr>
            <a:lvl6pPr>
              <a:defRPr sz="1350" b="0">
                <a:solidFill>
                  <a:srgbClr val="5C6C70"/>
                </a:solidFill>
              </a:defRPr>
            </a:lvl6pPr>
            <a:lvl7pPr>
              <a:defRPr sz="1350" b="0">
                <a:solidFill>
                  <a:srgbClr val="5C6C70"/>
                </a:solidFill>
              </a:defRPr>
            </a:lvl7pPr>
            <a:lvl8pPr>
              <a:defRPr sz="1350" b="0">
                <a:solidFill>
                  <a:srgbClr val="5C6C70"/>
                </a:solidFill>
              </a:defRPr>
            </a:lvl8pPr>
            <a:lvl9pPr>
              <a:defRPr sz="1350" b="0">
                <a:solidFill>
                  <a:srgbClr val="5C6C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0"/>
                </a:solidFill>
              </a:defRPr>
            </a:pPr>
            <a:r>
              <a:rPr sz="1350" b="0">
                <a:solidFill>
                  <a:srgbClr val="5C6C70"/>
                </a:solidFill>
              </a:rPr>
              <a:t>无法判定修订，不等于请求失败。</a:t>
            </a:r>
          </a:p>
        </p:txBody>
      </p:sp>
    </p:spTree>
    <p:extLst>
      <p:ext uri="{BB962C8B-B14F-4D97-AF65-F5344CB8AC3E}">
        <p14:creationId xmlns:p14="http://schemas.microsoft.com/office/powerpoint/2010/main" val="781809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A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528D1-B53A-4845-88F8-0C42ECD7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336EC-136A-406C-8534-84184E1B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EAF2F0"/>
                </a:solidFill>
              </a:defRPr>
            </a:defPPr>
            <a:lvl1pPr>
              <a:defRPr sz="1200" b="1">
                <a:solidFill>
                  <a:srgbClr val="EAF2F0"/>
                </a:solidFill>
              </a:defRPr>
            </a:lvl1pPr>
            <a:lvl2pPr>
              <a:defRPr sz="1200" b="1">
                <a:solidFill>
                  <a:srgbClr val="EAF2F0"/>
                </a:solidFill>
              </a:defRPr>
            </a:lvl2pPr>
            <a:lvl3pPr>
              <a:defRPr sz="1200" b="1">
                <a:solidFill>
                  <a:srgbClr val="EAF2F0"/>
                </a:solidFill>
              </a:defRPr>
            </a:lvl3pPr>
            <a:lvl4pPr>
              <a:defRPr sz="1200" b="1">
                <a:solidFill>
                  <a:srgbClr val="EAF2F0"/>
                </a:solidFill>
              </a:defRPr>
            </a:lvl4pPr>
            <a:lvl5pPr>
              <a:defRPr sz="1200" b="1">
                <a:solidFill>
                  <a:srgbClr val="EAF2F0"/>
                </a:solidFill>
              </a:defRPr>
            </a:lvl5pPr>
            <a:lvl6pPr>
              <a:defRPr sz="1200" b="1">
                <a:solidFill>
                  <a:srgbClr val="EAF2F0"/>
                </a:solidFill>
              </a:defRPr>
            </a:lvl6pPr>
            <a:lvl7pPr>
              <a:defRPr sz="1200" b="1">
                <a:solidFill>
                  <a:srgbClr val="EAF2F0"/>
                </a:solidFill>
              </a:defRPr>
            </a:lvl7pPr>
            <a:lvl8pPr>
              <a:defRPr sz="1200" b="1">
                <a:solidFill>
                  <a:srgbClr val="EAF2F0"/>
                </a:solidFill>
              </a:defRPr>
            </a:lvl8pPr>
            <a:lvl9pPr>
              <a:defRPr sz="1200" b="1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AF2F0"/>
                </a:solidFill>
              </a:defRPr>
            </a:pPr>
            <a:r>
              <a:rPr sz="1200" b="1">
                <a:solidFill>
                  <a:srgbClr val="EAF2F0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9ECD4-D44A-4A4A-8E2C-580449C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EAF2F0"/>
                </a:solidFill>
              </a:defRPr>
            </a:defPPr>
            <a:lvl1pPr>
              <a:defRPr sz="1200" b="1">
                <a:solidFill>
                  <a:srgbClr val="EAF2F0"/>
                </a:solidFill>
              </a:defRPr>
            </a:lvl1pPr>
            <a:lvl2pPr>
              <a:defRPr sz="1200" b="1">
                <a:solidFill>
                  <a:srgbClr val="EAF2F0"/>
                </a:solidFill>
              </a:defRPr>
            </a:lvl2pPr>
            <a:lvl3pPr>
              <a:defRPr sz="1200" b="1">
                <a:solidFill>
                  <a:srgbClr val="EAF2F0"/>
                </a:solidFill>
              </a:defRPr>
            </a:lvl3pPr>
            <a:lvl4pPr>
              <a:defRPr sz="1200" b="1">
                <a:solidFill>
                  <a:srgbClr val="EAF2F0"/>
                </a:solidFill>
              </a:defRPr>
            </a:lvl4pPr>
            <a:lvl5pPr>
              <a:defRPr sz="1200" b="1">
                <a:solidFill>
                  <a:srgbClr val="EAF2F0"/>
                </a:solidFill>
              </a:defRPr>
            </a:lvl5pPr>
            <a:lvl6pPr>
              <a:defRPr sz="1200" b="1">
                <a:solidFill>
                  <a:srgbClr val="EAF2F0"/>
                </a:solidFill>
              </a:defRPr>
            </a:lvl6pPr>
            <a:lvl7pPr>
              <a:defRPr sz="1200" b="1">
                <a:solidFill>
                  <a:srgbClr val="EAF2F0"/>
                </a:solidFill>
              </a:defRPr>
            </a:lvl7pPr>
            <a:lvl8pPr>
              <a:defRPr sz="1200" b="1">
                <a:solidFill>
                  <a:srgbClr val="EAF2F0"/>
                </a:solidFill>
              </a:defRPr>
            </a:lvl8pPr>
            <a:lvl9pPr>
              <a:defRPr sz="1200" b="1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AF2F0"/>
                </a:solidFill>
              </a:defRPr>
            </a:pPr>
            <a:r>
              <a:rPr sz="1200" b="1">
                <a:solidFill>
                  <a:srgbClr val="EAF2F0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3ABD9-F582-4D1C-8560-8C0383E7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</a:defRPr>
            </a:defPPr>
            <a:lvl1pPr>
              <a:defRPr sz="3225" b="1">
                <a:solidFill>
                  <a:srgbClr val="FFFFFF"/>
                </a:solidFill>
              </a:defRPr>
            </a:lvl1pPr>
            <a:lvl2pPr>
              <a:defRPr sz="3225" b="1">
                <a:solidFill>
                  <a:srgbClr val="FFFFFF"/>
                </a:solidFill>
              </a:defRPr>
            </a:lvl2pPr>
            <a:lvl3pPr>
              <a:defRPr sz="3225" b="1">
                <a:solidFill>
                  <a:srgbClr val="FFFFFF"/>
                </a:solidFill>
              </a:defRPr>
            </a:lvl3pPr>
            <a:lvl4pPr>
              <a:defRPr sz="3225" b="1">
                <a:solidFill>
                  <a:srgbClr val="FFFFFF"/>
                </a:solidFill>
              </a:defRPr>
            </a:lvl4pPr>
            <a:lvl5pPr>
              <a:defRPr sz="3225" b="1">
                <a:solidFill>
                  <a:srgbClr val="FFFFFF"/>
                </a:solidFill>
              </a:defRPr>
            </a:lvl5pPr>
            <a:lvl6pPr>
              <a:defRPr sz="3225" b="1">
                <a:solidFill>
                  <a:srgbClr val="FFFFFF"/>
                </a:solidFill>
              </a:defRPr>
            </a:lvl6pPr>
            <a:lvl7pPr>
              <a:defRPr sz="3225" b="1">
                <a:solidFill>
                  <a:srgbClr val="FFFFFF"/>
                </a:solidFill>
              </a:defRPr>
            </a:lvl7pPr>
            <a:lvl8pPr>
              <a:defRPr sz="3225" b="1">
                <a:solidFill>
                  <a:srgbClr val="FFFFFF"/>
                </a:solidFill>
              </a:defRPr>
            </a:lvl8pPr>
            <a:lvl9pPr>
              <a:defRPr sz="32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测试记录可以回溯到用例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E4A96-81DF-453D-BC81-8848F71F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1A965-2F2C-455C-8196-65381CF2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B1C6C9"/>
                </a:solidFill>
              </a:defRPr>
            </a:defPPr>
            <a:lvl1pPr>
              <a:defRPr sz="975" b="0">
                <a:solidFill>
                  <a:srgbClr val="B1C6C9"/>
                </a:solidFill>
              </a:defRPr>
            </a:lvl1pPr>
            <a:lvl2pPr>
              <a:defRPr sz="975" b="0">
                <a:solidFill>
                  <a:srgbClr val="B1C6C9"/>
                </a:solidFill>
              </a:defRPr>
            </a:lvl2pPr>
            <a:lvl3pPr>
              <a:defRPr sz="975" b="0">
                <a:solidFill>
                  <a:srgbClr val="B1C6C9"/>
                </a:solidFill>
              </a:defRPr>
            </a:lvl3pPr>
            <a:lvl4pPr>
              <a:defRPr sz="975" b="0">
                <a:solidFill>
                  <a:srgbClr val="B1C6C9"/>
                </a:solidFill>
              </a:defRPr>
            </a:lvl4pPr>
            <a:lvl5pPr>
              <a:defRPr sz="975" b="0">
                <a:solidFill>
                  <a:srgbClr val="B1C6C9"/>
                </a:solidFill>
              </a:defRPr>
            </a:lvl5pPr>
            <a:lvl6pPr>
              <a:defRPr sz="975" b="0">
                <a:solidFill>
                  <a:srgbClr val="B1C6C9"/>
                </a:solidFill>
              </a:defRPr>
            </a:lvl6pPr>
            <a:lvl7pPr>
              <a:defRPr sz="975" b="0">
                <a:solidFill>
                  <a:srgbClr val="B1C6C9"/>
                </a:solidFill>
              </a:defRPr>
            </a:lvl7pPr>
            <a:lvl8pPr>
              <a:defRPr sz="975" b="0">
                <a:solidFill>
                  <a:srgbClr val="B1C6C9"/>
                </a:solidFill>
              </a:defRPr>
            </a:lvl8pPr>
            <a:lvl9pPr>
              <a:defRPr sz="975" b="0">
                <a:solidFill>
                  <a:srgbClr val="B1C6C9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1C6C9"/>
                </a:solidFill>
              </a:defRPr>
            </a:pPr>
            <a:r>
              <a:rPr sz="975" b="0">
                <a:solidFill>
                  <a:srgbClr val="B1C6C9"/>
                </a:solidFill>
              </a:rPr>
              <a:t>PDF Extractor · Part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13325-8DF1-4C5A-A754-CC3F517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509587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CF34E-461F-4310-A451-37C428EE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509587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9FBBC-6E22-4047-817A-310BF347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050" b="1">
                <a:solidFill>
                  <a:srgbClr val="FFFFFF"/>
                </a:solidFill>
              </a:defRPr>
            </a:defPPr>
            <a:lvl1pPr>
              <a:defRPr sz="7050" b="1">
                <a:solidFill>
                  <a:srgbClr val="FFFFFF"/>
                </a:solidFill>
              </a:defRPr>
            </a:lvl1pPr>
            <a:lvl2pPr>
              <a:defRPr sz="7050" b="1">
                <a:solidFill>
                  <a:srgbClr val="FFFFFF"/>
                </a:solidFill>
              </a:defRPr>
            </a:lvl2pPr>
            <a:lvl3pPr>
              <a:defRPr sz="7050" b="1">
                <a:solidFill>
                  <a:srgbClr val="FFFFFF"/>
                </a:solidFill>
              </a:defRPr>
            </a:lvl3pPr>
            <a:lvl4pPr>
              <a:defRPr sz="7050" b="1">
                <a:solidFill>
                  <a:srgbClr val="FFFFFF"/>
                </a:solidFill>
              </a:defRPr>
            </a:lvl4pPr>
            <a:lvl5pPr>
              <a:defRPr sz="7050" b="1">
                <a:solidFill>
                  <a:srgbClr val="FFFFFF"/>
                </a:solidFill>
              </a:defRPr>
            </a:lvl5pPr>
            <a:lvl6pPr>
              <a:defRPr sz="7050" b="1">
                <a:solidFill>
                  <a:srgbClr val="FFFFFF"/>
                </a:solidFill>
              </a:defRPr>
            </a:lvl6pPr>
            <a:lvl7pPr>
              <a:defRPr sz="7050" b="1">
                <a:solidFill>
                  <a:srgbClr val="FFFFFF"/>
                </a:solidFill>
              </a:defRPr>
            </a:lvl7pPr>
            <a:lvl8pPr>
              <a:defRPr sz="7050" b="1">
                <a:solidFill>
                  <a:srgbClr val="FFFFFF"/>
                </a:solidFill>
              </a:defRPr>
            </a:lvl8pPr>
            <a:lvl9pPr>
              <a:defRPr sz="7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050" b="1">
                <a:solidFill>
                  <a:srgbClr val="FFFFFF"/>
                </a:solidFill>
              </a:defRPr>
            </a:pPr>
            <a:r>
              <a:rPr sz="7050" b="1">
                <a:solidFill>
                  <a:srgbClr val="FFFFFF"/>
                </a:solidFill>
              </a:rPr>
              <a:t>93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0FFCE-224B-4D36-AFFC-8BB249C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861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EAF2F0"/>
                </a:solidFill>
              </a:defRPr>
            </a:defPPr>
            <a:lvl1pPr>
              <a:defRPr sz="1725" b="0">
                <a:solidFill>
                  <a:srgbClr val="EAF2F0"/>
                </a:solidFill>
              </a:defRPr>
            </a:lvl1pPr>
            <a:lvl2pPr>
              <a:defRPr sz="1725" b="0">
                <a:solidFill>
                  <a:srgbClr val="EAF2F0"/>
                </a:solidFill>
              </a:defRPr>
            </a:lvl2pPr>
            <a:lvl3pPr>
              <a:defRPr sz="1725" b="0">
                <a:solidFill>
                  <a:srgbClr val="EAF2F0"/>
                </a:solidFill>
              </a:defRPr>
            </a:lvl3pPr>
            <a:lvl4pPr>
              <a:defRPr sz="1725" b="0">
                <a:solidFill>
                  <a:srgbClr val="EAF2F0"/>
                </a:solidFill>
              </a:defRPr>
            </a:lvl4pPr>
            <a:lvl5pPr>
              <a:defRPr sz="1725" b="0">
                <a:solidFill>
                  <a:srgbClr val="EAF2F0"/>
                </a:solidFill>
              </a:defRPr>
            </a:lvl5pPr>
            <a:lvl6pPr>
              <a:defRPr sz="1725" b="0">
                <a:solidFill>
                  <a:srgbClr val="EAF2F0"/>
                </a:solidFill>
              </a:defRPr>
            </a:lvl6pPr>
            <a:lvl7pPr>
              <a:defRPr sz="1725" b="0">
                <a:solidFill>
                  <a:srgbClr val="EAF2F0"/>
                </a:solidFill>
              </a:defRPr>
            </a:lvl7pPr>
            <a:lvl8pPr>
              <a:defRPr sz="1725" b="0">
                <a:solidFill>
                  <a:srgbClr val="EAF2F0"/>
                </a:solidFill>
              </a:defRPr>
            </a:lvl8pPr>
            <a:lvl9pPr>
              <a:defRPr sz="1725" b="0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AF2F0"/>
                </a:solidFill>
              </a:defRPr>
            </a:pPr>
            <a:r>
              <a:rPr sz="1725" b="0">
                <a:solidFill>
                  <a:srgbClr val="EAF2F0"/>
                </a:solidFill>
              </a:rPr>
              <a:t>JUnit 实例 · 失败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82D83-7933-4444-9F5C-815CC9D8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050" b="1">
                <a:solidFill>
                  <a:srgbClr val="FFFFFF"/>
                </a:solidFill>
              </a:defRPr>
            </a:defPPr>
            <a:lvl1pPr>
              <a:defRPr sz="7050" b="1">
                <a:solidFill>
                  <a:srgbClr val="FFFFFF"/>
                </a:solidFill>
              </a:defRPr>
            </a:lvl1pPr>
            <a:lvl2pPr>
              <a:defRPr sz="7050" b="1">
                <a:solidFill>
                  <a:srgbClr val="FFFFFF"/>
                </a:solidFill>
              </a:defRPr>
            </a:lvl2pPr>
            <a:lvl3pPr>
              <a:defRPr sz="7050" b="1">
                <a:solidFill>
                  <a:srgbClr val="FFFFFF"/>
                </a:solidFill>
              </a:defRPr>
            </a:lvl3pPr>
            <a:lvl4pPr>
              <a:defRPr sz="7050" b="1">
                <a:solidFill>
                  <a:srgbClr val="FFFFFF"/>
                </a:solidFill>
              </a:defRPr>
            </a:lvl4pPr>
            <a:lvl5pPr>
              <a:defRPr sz="7050" b="1">
                <a:solidFill>
                  <a:srgbClr val="FFFFFF"/>
                </a:solidFill>
              </a:defRPr>
            </a:lvl5pPr>
            <a:lvl6pPr>
              <a:defRPr sz="7050" b="1">
                <a:solidFill>
                  <a:srgbClr val="FFFFFF"/>
                </a:solidFill>
              </a:defRPr>
            </a:lvl6pPr>
            <a:lvl7pPr>
              <a:defRPr sz="7050" b="1">
                <a:solidFill>
                  <a:srgbClr val="FFFFFF"/>
                </a:solidFill>
              </a:defRPr>
            </a:lvl7pPr>
            <a:lvl8pPr>
              <a:defRPr sz="7050" b="1">
                <a:solidFill>
                  <a:srgbClr val="FFFFFF"/>
                </a:solidFill>
              </a:defRPr>
            </a:lvl8pPr>
            <a:lvl9pPr>
              <a:defRPr sz="7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050" b="1">
                <a:solidFill>
                  <a:srgbClr val="FFFFFF"/>
                </a:solidFill>
              </a:defRPr>
            </a:pPr>
            <a:r>
              <a:rPr sz="70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CDDDD-F119-4063-BA29-2081E829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861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EAF2F0"/>
                </a:solidFill>
              </a:defRPr>
            </a:defPPr>
            <a:lvl1pPr>
              <a:defRPr sz="1725" b="0">
                <a:solidFill>
                  <a:srgbClr val="EAF2F0"/>
                </a:solidFill>
              </a:defRPr>
            </a:lvl1pPr>
            <a:lvl2pPr>
              <a:defRPr sz="1725" b="0">
                <a:solidFill>
                  <a:srgbClr val="EAF2F0"/>
                </a:solidFill>
              </a:defRPr>
            </a:lvl2pPr>
            <a:lvl3pPr>
              <a:defRPr sz="1725" b="0">
                <a:solidFill>
                  <a:srgbClr val="EAF2F0"/>
                </a:solidFill>
              </a:defRPr>
            </a:lvl3pPr>
            <a:lvl4pPr>
              <a:defRPr sz="1725" b="0">
                <a:solidFill>
                  <a:srgbClr val="EAF2F0"/>
                </a:solidFill>
              </a:defRPr>
            </a:lvl4pPr>
            <a:lvl5pPr>
              <a:defRPr sz="1725" b="0">
                <a:solidFill>
                  <a:srgbClr val="EAF2F0"/>
                </a:solidFill>
              </a:defRPr>
            </a:lvl5pPr>
            <a:lvl6pPr>
              <a:defRPr sz="1725" b="0">
                <a:solidFill>
                  <a:srgbClr val="EAF2F0"/>
                </a:solidFill>
              </a:defRPr>
            </a:lvl6pPr>
            <a:lvl7pPr>
              <a:defRPr sz="1725" b="0">
                <a:solidFill>
                  <a:srgbClr val="EAF2F0"/>
                </a:solidFill>
              </a:defRPr>
            </a:lvl7pPr>
            <a:lvl8pPr>
              <a:defRPr sz="1725" b="0">
                <a:solidFill>
                  <a:srgbClr val="EAF2F0"/>
                </a:solidFill>
              </a:defRPr>
            </a:lvl8pPr>
            <a:lvl9pPr>
              <a:defRPr sz="1725" b="0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AF2F0"/>
                </a:solidFill>
              </a:defRPr>
            </a:pPr>
            <a:r>
              <a:rPr sz="1725" b="0">
                <a:solidFill>
                  <a:srgbClr val="EAF2F0"/>
                </a:solidFill>
              </a:rPr>
              <a:t>浏览器用例 · 失败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95367-EAAD-4A1B-83A5-524456C7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  <a:lvl1pPr>
              <a:defRPr sz="2100" b="0">
                <a:solidFill>
                  <a:srgbClr val="FFFFFF"/>
                </a:solidFill>
              </a:defRPr>
            </a:lvl1pPr>
            <a:lvl2pPr>
              <a:defRPr sz="2100" b="0">
                <a:solidFill>
                  <a:srgbClr val="FFFFFF"/>
                </a:solidFill>
              </a:defRPr>
            </a:lvl2pPr>
            <a:lvl3pPr>
              <a:defRPr sz="2100" b="0">
                <a:solidFill>
                  <a:srgbClr val="FFFFFF"/>
                </a:solidFill>
              </a:defRPr>
            </a:lvl3pPr>
            <a:lvl4pPr>
              <a:defRPr sz="2100" b="0">
                <a:solidFill>
                  <a:srgbClr val="FFFFFF"/>
                </a:solidFill>
              </a:defRPr>
            </a:lvl4pPr>
            <a:lvl5pPr>
              <a:defRPr sz="2100" b="0">
                <a:solidFill>
                  <a:srgbClr val="FFFFFF"/>
                </a:solidFill>
              </a:defRPr>
            </a:lvl5pPr>
            <a:lvl6pPr>
              <a:defRPr sz="2100" b="0">
                <a:solidFill>
                  <a:srgbClr val="FFFFFF"/>
                </a:solidFill>
              </a:defRPr>
            </a:lvl6pPr>
            <a:lvl7pPr>
              <a:defRPr sz="2100" b="0">
                <a:solidFill>
                  <a:srgbClr val="FFFFFF"/>
                </a:solidFill>
              </a:defRPr>
            </a:lvl7pPr>
            <a:lvl8pPr>
              <a:defRPr sz="2100" b="0">
                <a:solidFill>
                  <a:srgbClr val="FFFFFF"/>
                </a:solidFill>
              </a:defRPr>
            </a:lvl8pPr>
            <a:lvl9pPr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14 条完整测试记录  /  需求 → 实现 → 用例 → 证据</a:t>
            </a:r>
          </a:p>
        </p:txBody>
      </p:sp>
    </p:spTree>
    <p:extLst>
      <p:ext uri="{BB962C8B-B14F-4D97-AF65-F5344CB8AC3E}">
        <p14:creationId xmlns:p14="http://schemas.microsoft.com/office/powerpoint/2010/main" val="19220213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A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9EE19-DB24-4CEE-B8F5-266633DE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12F71-4752-4E18-A2CD-79750BB0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EAF2F0"/>
                </a:solidFill>
              </a:defRPr>
            </a:defPPr>
            <a:lvl1pPr>
              <a:defRPr sz="1200" b="1">
                <a:solidFill>
                  <a:srgbClr val="EAF2F0"/>
                </a:solidFill>
              </a:defRPr>
            </a:lvl1pPr>
            <a:lvl2pPr>
              <a:defRPr sz="1200" b="1">
                <a:solidFill>
                  <a:srgbClr val="EAF2F0"/>
                </a:solidFill>
              </a:defRPr>
            </a:lvl2pPr>
            <a:lvl3pPr>
              <a:defRPr sz="1200" b="1">
                <a:solidFill>
                  <a:srgbClr val="EAF2F0"/>
                </a:solidFill>
              </a:defRPr>
            </a:lvl3pPr>
            <a:lvl4pPr>
              <a:defRPr sz="1200" b="1">
                <a:solidFill>
                  <a:srgbClr val="EAF2F0"/>
                </a:solidFill>
              </a:defRPr>
            </a:lvl4pPr>
            <a:lvl5pPr>
              <a:defRPr sz="1200" b="1">
                <a:solidFill>
                  <a:srgbClr val="EAF2F0"/>
                </a:solidFill>
              </a:defRPr>
            </a:lvl5pPr>
            <a:lvl6pPr>
              <a:defRPr sz="1200" b="1">
                <a:solidFill>
                  <a:srgbClr val="EAF2F0"/>
                </a:solidFill>
              </a:defRPr>
            </a:lvl6pPr>
            <a:lvl7pPr>
              <a:defRPr sz="1200" b="1">
                <a:solidFill>
                  <a:srgbClr val="EAF2F0"/>
                </a:solidFill>
              </a:defRPr>
            </a:lvl7pPr>
            <a:lvl8pPr>
              <a:defRPr sz="1200" b="1">
                <a:solidFill>
                  <a:srgbClr val="EAF2F0"/>
                </a:solidFill>
              </a:defRPr>
            </a:lvl8pPr>
            <a:lvl9pPr>
              <a:defRPr sz="1200" b="1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AF2F0"/>
                </a:solidFill>
              </a:defRPr>
            </a:pPr>
            <a:r>
              <a:rPr sz="1200" b="1">
                <a:solidFill>
                  <a:srgbClr val="EAF2F0"/>
                </a:solidFill>
              </a:rPr>
              <a:t>PDF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66280-124D-4059-95C3-C5C8642C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EAF2F0"/>
                </a:solidFill>
              </a:defRPr>
            </a:defPPr>
            <a:lvl1pPr>
              <a:defRPr sz="1200" b="1">
                <a:solidFill>
                  <a:srgbClr val="EAF2F0"/>
                </a:solidFill>
              </a:defRPr>
            </a:lvl1pPr>
            <a:lvl2pPr>
              <a:defRPr sz="1200" b="1">
                <a:solidFill>
                  <a:srgbClr val="EAF2F0"/>
                </a:solidFill>
              </a:defRPr>
            </a:lvl2pPr>
            <a:lvl3pPr>
              <a:defRPr sz="1200" b="1">
                <a:solidFill>
                  <a:srgbClr val="EAF2F0"/>
                </a:solidFill>
              </a:defRPr>
            </a:lvl3pPr>
            <a:lvl4pPr>
              <a:defRPr sz="1200" b="1">
                <a:solidFill>
                  <a:srgbClr val="EAF2F0"/>
                </a:solidFill>
              </a:defRPr>
            </a:lvl4pPr>
            <a:lvl5pPr>
              <a:defRPr sz="1200" b="1">
                <a:solidFill>
                  <a:srgbClr val="EAF2F0"/>
                </a:solidFill>
              </a:defRPr>
            </a:lvl5pPr>
            <a:lvl6pPr>
              <a:defRPr sz="1200" b="1">
                <a:solidFill>
                  <a:srgbClr val="EAF2F0"/>
                </a:solidFill>
              </a:defRPr>
            </a:lvl6pPr>
            <a:lvl7pPr>
              <a:defRPr sz="1200" b="1">
                <a:solidFill>
                  <a:srgbClr val="EAF2F0"/>
                </a:solidFill>
              </a:defRPr>
            </a:lvl7pPr>
            <a:lvl8pPr>
              <a:defRPr sz="1200" b="1">
                <a:solidFill>
                  <a:srgbClr val="EAF2F0"/>
                </a:solidFill>
              </a:defRPr>
            </a:lvl8pPr>
            <a:lvl9pPr>
              <a:defRPr sz="1200" b="1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AF2F0"/>
                </a:solidFill>
              </a:defRPr>
            </a:pPr>
            <a:r>
              <a:rPr sz="1200" b="1">
                <a:solidFill>
                  <a:srgbClr val="EAF2F0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E9225-8859-47F9-8F7F-167ACF68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</a:defRPr>
            </a:defPPr>
            <a:lvl1pPr>
              <a:defRPr sz="3225" b="1">
                <a:solidFill>
                  <a:srgbClr val="FFFFFF"/>
                </a:solidFill>
              </a:defRPr>
            </a:lvl1pPr>
            <a:lvl2pPr>
              <a:defRPr sz="3225" b="1">
                <a:solidFill>
                  <a:srgbClr val="FFFFFF"/>
                </a:solidFill>
              </a:defRPr>
            </a:lvl2pPr>
            <a:lvl3pPr>
              <a:defRPr sz="3225" b="1">
                <a:solidFill>
                  <a:srgbClr val="FFFFFF"/>
                </a:solidFill>
              </a:defRPr>
            </a:lvl3pPr>
            <a:lvl4pPr>
              <a:defRPr sz="3225" b="1">
                <a:solidFill>
                  <a:srgbClr val="FFFFFF"/>
                </a:solidFill>
              </a:defRPr>
            </a:lvl4pPr>
            <a:lvl5pPr>
              <a:defRPr sz="3225" b="1">
                <a:solidFill>
                  <a:srgbClr val="FFFFFF"/>
                </a:solidFill>
              </a:defRPr>
            </a:lvl5pPr>
            <a:lvl6pPr>
              <a:defRPr sz="3225" b="1">
                <a:solidFill>
                  <a:srgbClr val="FFFFFF"/>
                </a:solidFill>
              </a:defRPr>
            </a:lvl6pPr>
            <a:lvl7pPr>
              <a:defRPr sz="3225" b="1">
                <a:solidFill>
                  <a:srgbClr val="FFFFFF"/>
                </a:solidFill>
              </a:defRPr>
            </a:lvl7pPr>
            <a:lvl8pPr>
              <a:defRPr sz="3225" b="1">
                <a:solidFill>
                  <a:srgbClr val="FFFFFF"/>
                </a:solidFill>
              </a:defRPr>
            </a:lvl8pPr>
            <a:lvl9pPr>
              <a:defRPr sz="32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本机运行入口与适用边界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4B815-B7C5-4261-8D39-4597E601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E7BB6-C100-4FF2-A13C-E028EA5F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B1C6C9"/>
                </a:solidFill>
              </a:defRPr>
            </a:defPPr>
            <a:lvl1pPr>
              <a:defRPr sz="975" b="0">
                <a:solidFill>
                  <a:srgbClr val="B1C6C9"/>
                </a:solidFill>
              </a:defRPr>
            </a:lvl1pPr>
            <a:lvl2pPr>
              <a:defRPr sz="975" b="0">
                <a:solidFill>
                  <a:srgbClr val="B1C6C9"/>
                </a:solidFill>
              </a:defRPr>
            </a:lvl2pPr>
            <a:lvl3pPr>
              <a:defRPr sz="975" b="0">
                <a:solidFill>
                  <a:srgbClr val="B1C6C9"/>
                </a:solidFill>
              </a:defRPr>
            </a:lvl3pPr>
            <a:lvl4pPr>
              <a:defRPr sz="975" b="0">
                <a:solidFill>
                  <a:srgbClr val="B1C6C9"/>
                </a:solidFill>
              </a:defRPr>
            </a:lvl4pPr>
            <a:lvl5pPr>
              <a:defRPr sz="975" b="0">
                <a:solidFill>
                  <a:srgbClr val="B1C6C9"/>
                </a:solidFill>
              </a:defRPr>
            </a:lvl5pPr>
            <a:lvl6pPr>
              <a:defRPr sz="975" b="0">
                <a:solidFill>
                  <a:srgbClr val="B1C6C9"/>
                </a:solidFill>
              </a:defRPr>
            </a:lvl6pPr>
            <a:lvl7pPr>
              <a:defRPr sz="975" b="0">
                <a:solidFill>
                  <a:srgbClr val="B1C6C9"/>
                </a:solidFill>
              </a:defRPr>
            </a:lvl7pPr>
            <a:lvl8pPr>
              <a:defRPr sz="975" b="0">
                <a:solidFill>
                  <a:srgbClr val="B1C6C9"/>
                </a:solidFill>
              </a:defRPr>
            </a:lvl8pPr>
            <a:lvl9pPr>
              <a:defRPr sz="975" b="0">
                <a:solidFill>
                  <a:srgbClr val="B1C6C9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1C6C9"/>
                </a:solidFill>
              </a:defRPr>
            </a:pPr>
            <a:r>
              <a:rPr sz="975" b="0">
                <a:solidFill>
                  <a:srgbClr val="B1C6C9"/>
                </a:solidFill>
              </a:rPr>
              <a:t>PDF Extractor · Part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1B309-A900-4AB6-9BC7-028EC671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52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186A2-CC8B-4B40-9885-0042FA2A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C2FBE-6598-41B7-AD1C-7F602FAA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114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</a:defRPr>
            </a:defPPr>
            <a:lvl1pPr>
              <a:defRPr sz="2175" b="1">
                <a:solidFill>
                  <a:srgbClr val="FFFFFF"/>
                </a:solidFill>
              </a:defRPr>
            </a:lvl1pPr>
            <a:lvl2pPr>
              <a:defRPr sz="2175" b="1">
                <a:solidFill>
                  <a:srgbClr val="FFFFFF"/>
                </a:solidFill>
              </a:defRPr>
            </a:lvl2pPr>
            <a:lvl3pPr>
              <a:defRPr sz="2175" b="1">
                <a:solidFill>
                  <a:srgbClr val="FFFFFF"/>
                </a:solidFill>
              </a:defRPr>
            </a:lvl3pPr>
            <a:lvl4pPr>
              <a:defRPr sz="2175" b="1">
                <a:solidFill>
                  <a:srgbClr val="FFFFFF"/>
                </a:solidFill>
              </a:defRPr>
            </a:lvl4pPr>
            <a:lvl5pPr>
              <a:defRPr sz="2175" b="1">
                <a:solidFill>
                  <a:srgbClr val="FFFFFF"/>
                </a:solidFill>
              </a:defRPr>
            </a:lvl5pPr>
            <a:lvl6pPr>
              <a:defRPr sz="2175" b="1">
                <a:solidFill>
                  <a:srgbClr val="FFFFFF"/>
                </a:solidFill>
              </a:defRPr>
            </a:lvl6pPr>
            <a:lvl7pPr>
              <a:defRPr sz="2175" b="1">
                <a:solidFill>
                  <a:srgbClr val="FFFFFF"/>
                </a:solidFill>
              </a:defRPr>
            </a:lvl7pPr>
            <a:lvl8pPr>
              <a:defRPr sz="2175" b="1">
                <a:solidFill>
                  <a:srgbClr val="FFFFFF"/>
                </a:solidFill>
              </a:defRPr>
            </a:lvl8pPr>
            <a:lvl9pPr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前端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0E534-0050-4380-9DAE-06BAEF3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EAF2F0"/>
                </a:solidFill>
              </a:defRPr>
            </a:defPPr>
            <a:lvl1pPr>
              <a:defRPr sz="1575" b="0">
                <a:solidFill>
                  <a:srgbClr val="EAF2F0"/>
                </a:solidFill>
              </a:defRPr>
            </a:lvl1pPr>
            <a:lvl2pPr>
              <a:defRPr sz="1575" b="0">
                <a:solidFill>
                  <a:srgbClr val="EAF2F0"/>
                </a:solidFill>
              </a:defRPr>
            </a:lvl2pPr>
            <a:lvl3pPr>
              <a:defRPr sz="1575" b="0">
                <a:solidFill>
                  <a:srgbClr val="EAF2F0"/>
                </a:solidFill>
              </a:defRPr>
            </a:lvl3pPr>
            <a:lvl4pPr>
              <a:defRPr sz="1575" b="0">
                <a:solidFill>
                  <a:srgbClr val="EAF2F0"/>
                </a:solidFill>
              </a:defRPr>
            </a:lvl4pPr>
            <a:lvl5pPr>
              <a:defRPr sz="1575" b="0">
                <a:solidFill>
                  <a:srgbClr val="EAF2F0"/>
                </a:solidFill>
              </a:defRPr>
            </a:lvl5pPr>
            <a:lvl6pPr>
              <a:defRPr sz="1575" b="0">
                <a:solidFill>
                  <a:srgbClr val="EAF2F0"/>
                </a:solidFill>
              </a:defRPr>
            </a:lvl6pPr>
            <a:lvl7pPr>
              <a:defRPr sz="1575" b="0">
                <a:solidFill>
                  <a:srgbClr val="EAF2F0"/>
                </a:solidFill>
              </a:defRPr>
            </a:lvl7pPr>
            <a:lvl8pPr>
              <a:defRPr sz="1575" b="0">
                <a:solidFill>
                  <a:srgbClr val="EAF2F0"/>
                </a:solidFill>
              </a:defRPr>
            </a:lvl8pPr>
            <a:lvl9pPr>
              <a:defRPr sz="1575" b="0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AF2F0"/>
                </a:solidFill>
              </a:defRPr>
            </a:pPr>
            <a:r>
              <a:rPr sz="1575" b="0">
                <a:solidFill>
                  <a:srgbClr val="EAF2F0"/>
                </a:solidFill>
              </a:rPr>
              <a:t>Vue 3 · Vite 构建文件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CD89C-90A4-433E-853F-C63D5080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2552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AEE90-DF97-490A-A34A-B9E4F804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C3C95-DA22-41AD-A490-5CE84B26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52700"/>
            <a:ext cx="2114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</a:defRPr>
            </a:defPPr>
            <a:lvl1pPr>
              <a:defRPr sz="2175" b="1">
                <a:solidFill>
                  <a:srgbClr val="FFFFFF"/>
                </a:solidFill>
              </a:defRPr>
            </a:lvl1pPr>
            <a:lvl2pPr>
              <a:defRPr sz="2175" b="1">
                <a:solidFill>
                  <a:srgbClr val="FFFFFF"/>
                </a:solidFill>
              </a:defRPr>
            </a:lvl2pPr>
            <a:lvl3pPr>
              <a:defRPr sz="2175" b="1">
                <a:solidFill>
                  <a:srgbClr val="FFFFFF"/>
                </a:solidFill>
              </a:defRPr>
            </a:lvl3pPr>
            <a:lvl4pPr>
              <a:defRPr sz="2175" b="1">
                <a:solidFill>
                  <a:srgbClr val="FFFFFF"/>
                </a:solidFill>
              </a:defRPr>
            </a:lvl4pPr>
            <a:lvl5pPr>
              <a:defRPr sz="2175" b="1">
                <a:solidFill>
                  <a:srgbClr val="FFFFFF"/>
                </a:solidFill>
              </a:defRPr>
            </a:lvl5pPr>
            <a:lvl6pPr>
              <a:defRPr sz="2175" b="1">
                <a:solidFill>
                  <a:srgbClr val="FFFFFF"/>
                </a:solidFill>
              </a:defRPr>
            </a:lvl6pPr>
            <a:lvl7pPr>
              <a:defRPr sz="2175" b="1">
                <a:solidFill>
                  <a:srgbClr val="FFFFFF"/>
                </a:solidFill>
              </a:defRPr>
            </a:lvl7pPr>
            <a:lvl8pPr>
              <a:defRPr sz="2175" b="1">
                <a:solidFill>
                  <a:srgbClr val="FFFFFF"/>
                </a:solidFill>
              </a:defRPr>
            </a:lvl8pPr>
            <a:lvl9pPr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网关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6B4E9-CD7E-4D8F-8085-EB4D288A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48025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EAF2F0"/>
                </a:solidFill>
              </a:defRPr>
            </a:defPPr>
            <a:lvl1pPr>
              <a:defRPr sz="1575" b="0">
                <a:solidFill>
                  <a:srgbClr val="EAF2F0"/>
                </a:solidFill>
              </a:defRPr>
            </a:lvl1pPr>
            <a:lvl2pPr>
              <a:defRPr sz="1575" b="0">
                <a:solidFill>
                  <a:srgbClr val="EAF2F0"/>
                </a:solidFill>
              </a:defRPr>
            </a:lvl2pPr>
            <a:lvl3pPr>
              <a:defRPr sz="1575" b="0">
                <a:solidFill>
                  <a:srgbClr val="EAF2F0"/>
                </a:solidFill>
              </a:defRPr>
            </a:lvl3pPr>
            <a:lvl4pPr>
              <a:defRPr sz="1575" b="0">
                <a:solidFill>
                  <a:srgbClr val="EAF2F0"/>
                </a:solidFill>
              </a:defRPr>
            </a:lvl4pPr>
            <a:lvl5pPr>
              <a:defRPr sz="1575" b="0">
                <a:solidFill>
                  <a:srgbClr val="EAF2F0"/>
                </a:solidFill>
              </a:defRPr>
            </a:lvl5pPr>
            <a:lvl6pPr>
              <a:defRPr sz="1575" b="0">
                <a:solidFill>
                  <a:srgbClr val="EAF2F0"/>
                </a:solidFill>
              </a:defRPr>
            </a:lvl6pPr>
            <a:lvl7pPr>
              <a:defRPr sz="1575" b="0">
                <a:solidFill>
                  <a:srgbClr val="EAF2F0"/>
                </a:solidFill>
              </a:defRPr>
            </a:lvl7pPr>
            <a:lvl8pPr>
              <a:defRPr sz="1575" b="0">
                <a:solidFill>
                  <a:srgbClr val="EAF2F0"/>
                </a:solidFill>
              </a:defRPr>
            </a:lvl8pPr>
            <a:lvl9pPr>
              <a:defRPr sz="1575" b="0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AF2F0"/>
                </a:solidFill>
              </a:defRPr>
            </a:pPr>
            <a:r>
              <a:rPr sz="1575" b="0">
                <a:solidFill>
                  <a:srgbClr val="EAF2F0"/>
                </a:solidFill>
              </a:rPr>
              <a:t>Nginx · 同源 5173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1E40B-F649-4ADC-BA64-C28C312D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38375"/>
            <a:ext cx="2552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5DC20-1D6F-4257-BA79-7A14BC42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38375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C5B49-2F47-40BA-AB7E-EB2878C7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2114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</a:defRPr>
            </a:defPPr>
            <a:lvl1pPr>
              <a:defRPr sz="2175" b="1">
                <a:solidFill>
                  <a:srgbClr val="FFFFFF"/>
                </a:solidFill>
              </a:defRPr>
            </a:lvl1pPr>
            <a:lvl2pPr>
              <a:defRPr sz="2175" b="1">
                <a:solidFill>
                  <a:srgbClr val="FFFFFF"/>
                </a:solidFill>
              </a:defRPr>
            </a:lvl2pPr>
            <a:lvl3pPr>
              <a:defRPr sz="2175" b="1">
                <a:solidFill>
                  <a:srgbClr val="FFFFFF"/>
                </a:solidFill>
              </a:defRPr>
            </a:lvl3pPr>
            <a:lvl4pPr>
              <a:defRPr sz="2175" b="1">
                <a:solidFill>
                  <a:srgbClr val="FFFFFF"/>
                </a:solidFill>
              </a:defRPr>
            </a:lvl4pPr>
            <a:lvl5pPr>
              <a:defRPr sz="2175" b="1">
                <a:solidFill>
                  <a:srgbClr val="FFFFFF"/>
                </a:solidFill>
              </a:defRPr>
            </a:lvl5pPr>
            <a:lvl6pPr>
              <a:defRPr sz="2175" b="1">
                <a:solidFill>
                  <a:srgbClr val="FFFFFF"/>
                </a:solidFill>
              </a:defRPr>
            </a:lvl6pPr>
            <a:lvl7pPr>
              <a:defRPr sz="2175" b="1">
                <a:solidFill>
                  <a:srgbClr val="FFFFFF"/>
                </a:solidFill>
              </a:defRPr>
            </a:lvl7pPr>
            <a:lvl8pPr>
              <a:defRPr sz="2175" b="1">
                <a:solidFill>
                  <a:srgbClr val="FFFFFF"/>
                </a:solidFill>
              </a:defRPr>
            </a:lvl8pPr>
            <a:lvl9pPr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后端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32341-EAAE-43EF-B0CF-86D304CC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EAF2F0"/>
                </a:solidFill>
              </a:defRPr>
            </a:defPPr>
            <a:lvl1pPr>
              <a:defRPr sz="1575" b="0">
                <a:solidFill>
                  <a:srgbClr val="EAF2F0"/>
                </a:solidFill>
              </a:defRPr>
            </a:lvl1pPr>
            <a:lvl2pPr>
              <a:defRPr sz="1575" b="0">
                <a:solidFill>
                  <a:srgbClr val="EAF2F0"/>
                </a:solidFill>
              </a:defRPr>
            </a:lvl2pPr>
            <a:lvl3pPr>
              <a:defRPr sz="1575" b="0">
                <a:solidFill>
                  <a:srgbClr val="EAF2F0"/>
                </a:solidFill>
              </a:defRPr>
            </a:lvl3pPr>
            <a:lvl4pPr>
              <a:defRPr sz="1575" b="0">
                <a:solidFill>
                  <a:srgbClr val="EAF2F0"/>
                </a:solidFill>
              </a:defRPr>
            </a:lvl4pPr>
            <a:lvl5pPr>
              <a:defRPr sz="1575" b="0">
                <a:solidFill>
                  <a:srgbClr val="EAF2F0"/>
                </a:solidFill>
              </a:defRPr>
            </a:lvl5pPr>
            <a:lvl6pPr>
              <a:defRPr sz="1575" b="0">
                <a:solidFill>
                  <a:srgbClr val="EAF2F0"/>
                </a:solidFill>
              </a:defRPr>
            </a:lvl6pPr>
            <a:lvl7pPr>
              <a:defRPr sz="1575" b="0">
                <a:solidFill>
                  <a:srgbClr val="EAF2F0"/>
                </a:solidFill>
              </a:defRPr>
            </a:lvl7pPr>
            <a:lvl8pPr>
              <a:defRPr sz="1575" b="0">
                <a:solidFill>
                  <a:srgbClr val="EAF2F0"/>
                </a:solidFill>
              </a:defRPr>
            </a:lvl8pPr>
            <a:lvl9pPr>
              <a:defRPr sz="1575" b="0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AF2F0"/>
                </a:solidFill>
              </a:defRPr>
            </a:pPr>
            <a:r>
              <a:rPr sz="1575" b="0">
                <a:solidFill>
                  <a:srgbClr val="EAF2F0"/>
                </a:solidFill>
              </a:rPr>
              <a:t>Spring Boot · Java 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2FAEF-3DF6-4B81-935E-8766EAFC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2552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998B4-45D0-4EA7-ABA5-608A2DC5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F0A34-62AB-48C0-880E-AA086310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2114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</a:defRPr>
            </a:defPPr>
            <a:lvl1pPr>
              <a:defRPr sz="2175" b="1">
                <a:solidFill>
                  <a:srgbClr val="FFFFFF"/>
                </a:solidFill>
              </a:defRPr>
            </a:lvl1pPr>
            <a:lvl2pPr>
              <a:defRPr sz="2175" b="1">
                <a:solidFill>
                  <a:srgbClr val="FFFFFF"/>
                </a:solidFill>
              </a:defRPr>
            </a:lvl2pPr>
            <a:lvl3pPr>
              <a:defRPr sz="2175" b="1">
                <a:solidFill>
                  <a:srgbClr val="FFFFFF"/>
                </a:solidFill>
              </a:defRPr>
            </a:lvl3pPr>
            <a:lvl4pPr>
              <a:defRPr sz="2175" b="1">
                <a:solidFill>
                  <a:srgbClr val="FFFFFF"/>
                </a:solidFill>
              </a:defRPr>
            </a:lvl4pPr>
            <a:lvl5pPr>
              <a:defRPr sz="2175" b="1">
                <a:solidFill>
                  <a:srgbClr val="FFFFFF"/>
                </a:solidFill>
              </a:defRPr>
            </a:lvl5pPr>
            <a:lvl6pPr>
              <a:defRPr sz="2175" b="1">
                <a:solidFill>
                  <a:srgbClr val="FFFFFF"/>
                </a:solidFill>
              </a:defRPr>
            </a:lvl6pPr>
            <a:lvl7pPr>
              <a:defRPr sz="2175" b="1">
                <a:solidFill>
                  <a:srgbClr val="FFFFFF"/>
                </a:solidFill>
              </a:defRPr>
            </a:lvl7pPr>
            <a:lvl8pPr>
              <a:defRPr sz="2175" b="1">
                <a:solidFill>
                  <a:srgbClr val="FFFFFF"/>
                </a:solidFill>
              </a:defRPr>
            </a:lvl8pPr>
            <a:lvl9pPr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支撑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C71EB-2870-4077-BA8F-CF809C40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48025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EAF2F0"/>
                </a:solidFill>
              </a:defRPr>
            </a:defPPr>
            <a:lvl1pPr>
              <a:defRPr sz="1575" b="0">
                <a:solidFill>
                  <a:srgbClr val="EAF2F0"/>
                </a:solidFill>
              </a:defRPr>
            </a:lvl1pPr>
            <a:lvl2pPr>
              <a:defRPr sz="1575" b="0">
                <a:solidFill>
                  <a:srgbClr val="EAF2F0"/>
                </a:solidFill>
              </a:defRPr>
            </a:lvl2pPr>
            <a:lvl3pPr>
              <a:defRPr sz="1575" b="0">
                <a:solidFill>
                  <a:srgbClr val="EAF2F0"/>
                </a:solidFill>
              </a:defRPr>
            </a:lvl3pPr>
            <a:lvl4pPr>
              <a:defRPr sz="1575" b="0">
                <a:solidFill>
                  <a:srgbClr val="EAF2F0"/>
                </a:solidFill>
              </a:defRPr>
            </a:lvl4pPr>
            <a:lvl5pPr>
              <a:defRPr sz="1575" b="0">
                <a:solidFill>
                  <a:srgbClr val="EAF2F0"/>
                </a:solidFill>
              </a:defRPr>
            </a:lvl5pPr>
            <a:lvl6pPr>
              <a:defRPr sz="1575" b="0">
                <a:solidFill>
                  <a:srgbClr val="EAF2F0"/>
                </a:solidFill>
              </a:defRPr>
            </a:lvl6pPr>
            <a:lvl7pPr>
              <a:defRPr sz="1575" b="0">
                <a:solidFill>
                  <a:srgbClr val="EAF2F0"/>
                </a:solidFill>
              </a:defRPr>
            </a:lvl7pPr>
            <a:lvl8pPr>
              <a:defRPr sz="1575" b="0">
                <a:solidFill>
                  <a:srgbClr val="EAF2F0"/>
                </a:solidFill>
              </a:defRPr>
            </a:lvl8pPr>
            <a:lvl9pPr>
              <a:defRPr sz="1575" b="0">
                <a:solidFill>
                  <a:srgbClr val="EAF2F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AF2F0"/>
                </a:solidFill>
              </a:defRPr>
            </a:pPr>
            <a:r>
              <a:rPr sz="1575" b="0">
                <a:solidFill>
                  <a:srgbClr val="EAF2F0"/>
                </a:solidFill>
              </a:rPr>
              <a:t>PostgreSQL / Redis / RabbitMQ / Elasticsearch / S3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3FB13-CA92-4336-BCA9-29A4B734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单 PDF ≤50 MiB · ≤200 页 · 同时处理 2 项 · 输出 ≤200 MiB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F7D57-C263-4F27-BEE3-4713F776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B1C6C9"/>
                </a:solidFill>
              </a:defRPr>
            </a:defPPr>
            <a:lvl1pPr>
              <a:defRPr sz="1425" b="0">
                <a:solidFill>
                  <a:srgbClr val="B1C6C9"/>
                </a:solidFill>
              </a:defRPr>
            </a:lvl1pPr>
            <a:lvl2pPr>
              <a:defRPr sz="1425" b="0">
                <a:solidFill>
                  <a:srgbClr val="B1C6C9"/>
                </a:solidFill>
              </a:defRPr>
            </a:lvl2pPr>
            <a:lvl3pPr>
              <a:defRPr sz="1425" b="0">
                <a:solidFill>
                  <a:srgbClr val="B1C6C9"/>
                </a:solidFill>
              </a:defRPr>
            </a:lvl3pPr>
            <a:lvl4pPr>
              <a:defRPr sz="1425" b="0">
                <a:solidFill>
                  <a:srgbClr val="B1C6C9"/>
                </a:solidFill>
              </a:defRPr>
            </a:lvl4pPr>
            <a:lvl5pPr>
              <a:defRPr sz="1425" b="0">
                <a:solidFill>
                  <a:srgbClr val="B1C6C9"/>
                </a:solidFill>
              </a:defRPr>
            </a:lvl5pPr>
            <a:lvl6pPr>
              <a:defRPr sz="1425" b="0">
                <a:solidFill>
                  <a:srgbClr val="B1C6C9"/>
                </a:solidFill>
              </a:defRPr>
            </a:lvl6pPr>
            <a:lvl7pPr>
              <a:defRPr sz="1425" b="0">
                <a:solidFill>
                  <a:srgbClr val="B1C6C9"/>
                </a:solidFill>
              </a:defRPr>
            </a:lvl7pPr>
            <a:lvl8pPr>
              <a:defRPr sz="1425" b="0">
                <a:solidFill>
                  <a:srgbClr val="B1C6C9"/>
                </a:solidFill>
              </a:defRPr>
            </a:lvl8pPr>
            <a:lvl9pPr>
              <a:defRPr sz="1425" b="0">
                <a:solidFill>
                  <a:srgbClr val="B1C6C9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1C6C9"/>
                </a:solidFill>
              </a:defRPr>
            </a:pPr>
            <a:r>
              <a:rPr sz="1425" b="0">
                <a:solidFill>
                  <a:srgbClr val="B1C6C9"/>
                </a:solidFill>
              </a:rPr>
              <a:t>公网部署仍需 TLS、可信代理、最小权限与配套备份。</a:t>
            </a:r>
          </a:p>
        </p:txBody>
      </p:sp>
    </p:spTree>
    <p:extLst>
      <p:ext uri="{BB962C8B-B14F-4D97-AF65-F5344CB8AC3E}">
        <p14:creationId xmlns:p14="http://schemas.microsoft.com/office/powerpoint/2010/main" val="1366075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2026-10-22T06:54:16.8700000Z</dcterms:created>
  <dcterms:modified xsi:type="dcterms:W3CDTF">2026-10-22T06:54:16.8700000Z</dcterms:modified>
</coreProperties>
</file>